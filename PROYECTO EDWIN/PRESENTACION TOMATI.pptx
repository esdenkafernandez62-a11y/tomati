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2" r:id="rId1"/>
  </p:sldMasterIdLst>
  <p:notesMasterIdLst>
    <p:notesMasterId r:id="rId15"/>
  </p:notesMasterIdLst>
  <p:sldIdLst>
    <p:sldId id="256" r:id="rId2"/>
    <p:sldId id="348" r:id="rId3"/>
    <p:sldId id="261" r:id="rId4"/>
    <p:sldId id="257" r:id="rId5"/>
    <p:sldId id="302" r:id="rId6"/>
    <p:sldId id="269" r:id="rId7"/>
    <p:sldId id="264" r:id="rId8"/>
    <p:sldId id="314" r:id="rId9"/>
    <p:sldId id="345" r:id="rId10"/>
    <p:sldId id="346" r:id="rId11"/>
    <p:sldId id="347" r:id="rId12"/>
    <p:sldId id="349" r:id="rId13"/>
    <p:sldId id="291" r:id="rId14"/>
  </p:sldIdLst>
  <p:sldSz cx="9144000" cy="5143500" type="screen16x9"/>
  <p:notesSz cx="6858000" cy="9144000"/>
  <p:embeddedFontLst>
    <p:embeddedFont>
      <p:font typeface="Arial Narrow" panose="020B0606020202030204" pitchFamily="34" charset="0"/>
      <p:regular r:id="rId16"/>
      <p:bold r:id="rId17"/>
      <p:italic r:id="rId18"/>
      <p:boldItalic r:id="rId19"/>
    </p:embeddedFont>
    <p:embeddedFont>
      <p:font typeface="Calibri Light" panose="020F0302020204030204" pitchFamily="34" charset="0"/>
      <p:regular r:id="rId20"/>
      <p:italic r:id="rId21"/>
    </p:embeddedFont>
    <p:embeddedFont>
      <p:font typeface="Exo" panose="020B0604020202020204" charset="0"/>
      <p:regular r:id="rId22"/>
      <p:bold r:id="rId23"/>
      <p:italic r:id="rId24"/>
      <p:boldItalic r:id="rId25"/>
    </p:embeddedFont>
    <p:embeddedFont>
      <p:font typeface="Krona One" panose="020B0604020202020204" charset="0"/>
      <p:regular r:id="rId26"/>
    </p:embeddedFont>
    <p:embeddedFont>
      <p:font typeface="Monotype Corsiva" panose="03010101010201010101" pitchFamily="66" charset="0"/>
      <p:italic r:id="rId27"/>
    </p:embeddedFont>
    <p:embeddedFont>
      <p:font typeface="Roboto" panose="02000000000000000000" pitchFamily="2" charset="0"/>
      <p:regular r:id="rId28"/>
      <p:bold r:id="rId29"/>
      <p:italic r:id="rId30"/>
      <p:boldItalic r:id="rId31"/>
    </p:embeddedFont>
    <p:embeddedFont>
      <p:font typeface="Roboto Condensed Light" panose="02000000000000000000" pitchFamily="2" charset="0"/>
      <p:regular r:id="rId32"/>
      <p:italic r:id="rId33"/>
    </p:embeddedFont>
    <p:embeddedFont>
      <p:font typeface="Squada One" panose="020B0604020202020204"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6523364A-11BE-4927-9236-DF69F8A17EF7}">
          <p14:sldIdLst>
            <p14:sldId id="256"/>
            <p14:sldId id="348"/>
            <p14:sldId id="261"/>
            <p14:sldId id="257"/>
            <p14:sldId id="302"/>
            <p14:sldId id="269"/>
            <p14:sldId id="264"/>
            <p14:sldId id="314"/>
            <p14:sldId id="345"/>
            <p14:sldId id="346"/>
            <p14:sldId id="347"/>
            <p14:sldId id="349"/>
            <p14:sldId id="291"/>
          </p14:sldIdLst>
        </p14:section>
      </p14:sectionLst>
    </p:ext>
    <p:ext uri="{EFAFB233-063F-42B5-8137-9DF3F51BA10A}">
      <p15:sldGuideLst xmlns:p15="http://schemas.microsoft.com/office/powerpoint/2012/main">
        <p15:guide id="1" pos="449">
          <p15:clr>
            <a:srgbClr val="9AA0A6"/>
          </p15:clr>
        </p15:guide>
        <p15:guide id="2" pos="5311">
          <p15:clr>
            <a:srgbClr val="9AA0A6"/>
          </p15:clr>
        </p15:guide>
        <p15:guide id="3" orient="horz" pos="340">
          <p15:clr>
            <a:srgbClr val="9AA0A6"/>
          </p15:clr>
        </p15:guide>
        <p15:guide id="4" orient="horz" pos="2900">
          <p15:clr>
            <a:srgbClr val="9AA0A6"/>
          </p15:clr>
        </p15:guide>
        <p15:guide id="5"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C594E1-43A1-4581-8D63-CEA0E822116A}">
  <a:tblStyle styleId="{D4C594E1-43A1-4581-8D63-CEA0E82211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820" y="40"/>
      </p:cViewPr>
      <p:guideLst>
        <p:guide pos="449"/>
        <p:guide pos="5311"/>
        <p:guide orient="horz" pos="340"/>
        <p:guide orient="horz" pos="290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9"/>
        <p:cNvGrpSpPr/>
        <p:nvPr/>
      </p:nvGrpSpPr>
      <p:grpSpPr>
        <a:xfrm>
          <a:off x="0" y="0"/>
          <a:ext cx="0" cy="0"/>
          <a:chOff x="0" y="0"/>
          <a:chExt cx="0" cy="0"/>
        </a:xfrm>
      </p:grpSpPr>
      <p:sp>
        <p:nvSpPr>
          <p:cNvPr id="2580" name="Google Shape;2580;gbef2f958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1" name="Google Shape;2581;gbef2f958a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2"/>
        <p:cNvGrpSpPr/>
        <p:nvPr/>
      </p:nvGrpSpPr>
      <p:grpSpPr>
        <a:xfrm>
          <a:off x="0" y="0"/>
          <a:ext cx="0" cy="0"/>
          <a:chOff x="0" y="0"/>
          <a:chExt cx="0" cy="0"/>
        </a:xfrm>
      </p:grpSpPr>
      <p:sp>
        <p:nvSpPr>
          <p:cNvPr id="2713" name="Google Shape;2713;gbe6db4f7e0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4" name="Google Shape;2714;gbe6db4f7e0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3"/>
        <p:cNvGrpSpPr/>
        <p:nvPr/>
      </p:nvGrpSpPr>
      <p:grpSpPr>
        <a:xfrm>
          <a:off x="0" y="0"/>
          <a:ext cx="0" cy="0"/>
          <a:chOff x="0" y="0"/>
          <a:chExt cx="0" cy="0"/>
        </a:xfrm>
      </p:grpSpPr>
      <p:sp>
        <p:nvSpPr>
          <p:cNvPr id="2644" name="Google Shape;2644;gbe6db4f7e0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5" name="Google Shape;2645;gbe6db4f7e0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1"/>
        <p:cNvGrpSpPr/>
        <p:nvPr/>
      </p:nvGrpSpPr>
      <p:grpSpPr>
        <a:xfrm>
          <a:off x="0" y="0"/>
          <a:ext cx="0" cy="0"/>
          <a:chOff x="0" y="0"/>
          <a:chExt cx="0" cy="0"/>
        </a:xfrm>
      </p:grpSpPr>
      <p:sp>
        <p:nvSpPr>
          <p:cNvPr id="4172" name="Google Shape;4172;gbfac589921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3" name="Google Shape;4173;gbfac589921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1"/>
        <p:cNvGrpSpPr/>
        <p:nvPr/>
      </p:nvGrpSpPr>
      <p:grpSpPr>
        <a:xfrm>
          <a:off x="0" y="0"/>
          <a:ext cx="0" cy="0"/>
          <a:chOff x="0" y="0"/>
          <a:chExt cx="0" cy="0"/>
        </a:xfrm>
      </p:grpSpPr>
      <p:sp>
        <p:nvSpPr>
          <p:cNvPr id="2942" name="Google Shape;2942;gc015701874_3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3" name="Google Shape;2943;gc015701874_3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1"/>
        <p:cNvGrpSpPr/>
        <p:nvPr/>
      </p:nvGrpSpPr>
      <p:grpSpPr>
        <a:xfrm>
          <a:off x="0" y="0"/>
          <a:ext cx="0" cy="0"/>
          <a:chOff x="0" y="0"/>
          <a:chExt cx="0" cy="0"/>
        </a:xfrm>
      </p:grpSpPr>
      <p:sp>
        <p:nvSpPr>
          <p:cNvPr id="2812" name="Google Shape;2812;gc015701874_3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3" name="Google Shape;2813;gc015701874_3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3"/>
        <p:cNvGrpSpPr/>
        <p:nvPr/>
      </p:nvGrpSpPr>
      <p:grpSpPr>
        <a:xfrm>
          <a:off x="0" y="0"/>
          <a:ext cx="0" cy="0"/>
          <a:chOff x="0" y="0"/>
          <a:chExt cx="0" cy="0"/>
        </a:xfrm>
      </p:grpSpPr>
      <p:sp>
        <p:nvSpPr>
          <p:cNvPr id="4444" name="Google Shape;4444;gd730560c87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5" name="Google Shape;4445;gd730560c87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3"/>
        <p:cNvGrpSpPr/>
        <p:nvPr/>
      </p:nvGrpSpPr>
      <p:grpSpPr>
        <a:xfrm>
          <a:off x="0" y="0"/>
          <a:ext cx="0" cy="0"/>
          <a:chOff x="0" y="0"/>
          <a:chExt cx="0" cy="0"/>
        </a:xfrm>
      </p:grpSpPr>
      <p:sp>
        <p:nvSpPr>
          <p:cNvPr id="2644" name="Google Shape;2644;gbe6db4f7e0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5" name="Google Shape;2645;gbe6db4f7e0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18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3"/>
        <p:cNvGrpSpPr/>
        <p:nvPr/>
      </p:nvGrpSpPr>
      <p:grpSpPr>
        <a:xfrm>
          <a:off x="0" y="0"/>
          <a:ext cx="0" cy="0"/>
          <a:chOff x="0" y="0"/>
          <a:chExt cx="0" cy="0"/>
        </a:xfrm>
      </p:grpSpPr>
      <p:sp>
        <p:nvSpPr>
          <p:cNvPr id="4444" name="Google Shape;4444;gd730560c87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5" name="Google Shape;4445;gd730560c87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292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3"/>
        <p:cNvGrpSpPr/>
        <p:nvPr/>
      </p:nvGrpSpPr>
      <p:grpSpPr>
        <a:xfrm>
          <a:off x="0" y="0"/>
          <a:ext cx="0" cy="0"/>
          <a:chOff x="0" y="0"/>
          <a:chExt cx="0" cy="0"/>
        </a:xfrm>
      </p:grpSpPr>
      <p:sp>
        <p:nvSpPr>
          <p:cNvPr id="4444" name="Google Shape;4444;gd730560c87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5" name="Google Shape;4445;gd730560c87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7869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3"/>
        <p:cNvGrpSpPr/>
        <p:nvPr/>
      </p:nvGrpSpPr>
      <p:grpSpPr>
        <a:xfrm>
          <a:off x="0" y="0"/>
          <a:ext cx="0" cy="0"/>
          <a:chOff x="0" y="0"/>
          <a:chExt cx="0" cy="0"/>
        </a:xfrm>
      </p:grpSpPr>
      <p:sp>
        <p:nvSpPr>
          <p:cNvPr id="2644" name="Google Shape;2644;gbe6db4f7e0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5" name="Google Shape;2645;gbe6db4f7e0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1646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4"/>
        <p:cNvGrpSpPr/>
        <p:nvPr/>
      </p:nvGrpSpPr>
      <p:grpSpPr>
        <a:xfrm>
          <a:off x="0" y="0"/>
          <a:ext cx="0" cy="0"/>
          <a:chOff x="0" y="0"/>
          <a:chExt cx="0" cy="0"/>
        </a:xfrm>
      </p:grpSpPr>
      <p:sp>
        <p:nvSpPr>
          <p:cNvPr id="3875" name="Google Shape;3875;gd82bae03a1_1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6" name="Google Shape;3876;gd82bae03a1_1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1562950" y="958450"/>
            <a:ext cx="6018900" cy="2054700"/>
          </a:xfrm>
          <a:prstGeom prst="rect">
            <a:avLst/>
          </a:prstGeom>
        </p:spPr>
        <p:txBody>
          <a:bodyPr spcFirstLastPara="1" wrap="square" lIns="91425" tIns="91425" rIns="91425" bIns="91425" anchor="ctr" anchorCtr="0">
            <a:noAutofit/>
          </a:bodyPr>
          <a:lstStyle>
            <a:lvl1pPr lvl="0" rtl="0">
              <a:spcBef>
                <a:spcPts val="0"/>
              </a:spcBef>
              <a:spcAft>
                <a:spcPts val="0"/>
              </a:spcAft>
              <a:buSzPts val="4300"/>
              <a:buNone/>
              <a:defRPr sz="4300"/>
            </a:lvl1pPr>
            <a:lvl2pPr lvl="1" rtl="0">
              <a:spcBef>
                <a:spcPts val="0"/>
              </a:spcBef>
              <a:spcAft>
                <a:spcPts val="0"/>
              </a:spcAft>
              <a:buSzPts val="2800"/>
              <a:buNone/>
              <a:defRPr>
                <a:latin typeface="Exo"/>
                <a:ea typeface="Exo"/>
                <a:cs typeface="Exo"/>
                <a:sym typeface="Exo"/>
              </a:defRPr>
            </a:lvl2pPr>
            <a:lvl3pPr lvl="2" rtl="0">
              <a:spcBef>
                <a:spcPts val="0"/>
              </a:spcBef>
              <a:spcAft>
                <a:spcPts val="0"/>
              </a:spcAft>
              <a:buSzPts val="2800"/>
              <a:buNone/>
              <a:defRPr>
                <a:latin typeface="Exo"/>
                <a:ea typeface="Exo"/>
                <a:cs typeface="Exo"/>
                <a:sym typeface="Exo"/>
              </a:defRPr>
            </a:lvl3pPr>
            <a:lvl4pPr lvl="3" rtl="0">
              <a:spcBef>
                <a:spcPts val="0"/>
              </a:spcBef>
              <a:spcAft>
                <a:spcPts val="0"/>
              </a:spcAft>
              <a:buSzPts val="2800"/>
              <a:buNone/>
              <a:defRPr>
                <a:latin typeface="Exo"/>
                <a:ea typeface="Exo"/>
                <a:cs typeface="Exo"/>
                <a:sym typeface="Exo"/>
              </a:defRPr>
            </a:lvl4pPr>
            <a:lvl5pPr lvl="4" rtl="0">
              <a:spcBef>
                <a:spcPts val="0"/>
              </a:spcBef>
              <a:spcAft>
                <a:spcPts val="0"/>
              </a:spcAft>
              <a:buSzPts val="2800"/>
              <a:buNone/>
              <a:defRPr>
                <a:latin typeface="Exo"/>
                <a:ea typeface="Exo"/>
                <a:cs typeface="Exo"/>
                <a:sym typeface="Exo"/>
              </a:defRPr>
            </a:lvl5pPr>
            <a:lvl6pPr lvl="5" rtl="0">
              <a:spcBef>
                <a:spcPts val="0"/>
              </a:spcBef>
              <a:spcAft>
                <a:spcPts val="0"/>
              </a:spcAft>
              <a:buSzPts val="2800"/>
              <a:buNone/>
              <a:defRPr>
                <a:latin typeface="Exo"/>
                <a:ea typeface="Exo"/>
                <a:cs typeface="Exo"/>
                <a:sym typeface="Exo"/>
              </a:defRPr>
            </a:lvl6pPr>
            <a:lvl7pPr lvl="6" rtl="0">
              <a:spcBef>
                <a:spcPts val="0"/>
              </a:spcBef>
              <a:spcAft>
                <a:spcPts val="0"/>
              </a:spcAft>
              <a:buSzPts val="2800"/>
              <a:buNone/>
              <a:defRPr>
                <a:latin typeface="Exo"/>
                <a:ea typeface="Exo"/>
                <a:cs typeface="Exo"/>
                <a:sym typeface="Exo"/>
              </a:defRPr>
            </a:lvl7pPr>
            <a:lvl8pPr lvl="7" rtl="0">
              <a:spcBef>
                <a:spcPts val="0"/>
              </a:spcBef>
              <a:spcAft>
                <a:spcPts val="0"/>
              </a:spcAft>
              <a:buSzPts val="2800"/>
              <a:buNone/>
              <a:defRPr>
                <a:latin typeface="Exo"/>
                <a:ea typeface="Exo"/>
                <a:cs typeface="Exo"/>
                <a:sym typeface="Exo"/>
              </a:defRPr>
            </a:lvl8pPr>
            <a:lvl9pPr lvl="8" rtl="0">
              <a:spcBef>
                <a:spcPts val="0"/>
              </a:spcBef>
              <a:spcAft>
                <a:spcPts val="0"/>
              </a:spcAft>
              <a:buSzPts val="2800"/>
              <a:buNone/>
              <a:defRPr>
                <a:latin typeface="Exo"/>
                <a:ea typeface="Exo"/>
                <a:cs typeface="Exo"/>
                <a:sym typeface="Exo"/>
              </a:defRPr>
            </a:lvl9pPr>
          </a:lstStyle>
          <a:p>
            <a:endParaRPr/>
          </a:p>
        </p:txBody>
      </p:sp>
      <p:cxnSp>
        <p:nvCxnSpPr>
          <p:cNvPr id="10" name="Google Shape;10;p2"/>
          <p:cNvCxnSpPr/>
          <p:nvPr/>
        </p:nvCxnSpPr>
        <p:spPr>
          <a:xfrm>
            <a:off x="1507600" y="579300"/>
            <a:ext cx="0" cy="2825700"/>
          </a:xfrm>
          <a:prstGeom prst="straightConnector1">
            <a:avLst/>
          </a:prstGeom>
          <a:noFill/>
          <a:ln w="19050" cap="flat" cmpd="sng">
            <a:solidFill>
              <a:schemeClr val="dk2"/>
            </a:solidFill>
            <a:prstDash val="solid"/>
            <a:round/>
            <a:headEnd type="none" w="med" len="med"/>
            <a:tailEnd type="none" w="med" len="med"/>
          </a:ln>
        </p:spPr>
      </p:cxnSp>
      <p:cxnSp>
        <p:nvCxnSpPr>
          <p:cNvPr id="11" name="Google Shape;11;p2"/>
          <p:cNvCxnSpPr/>
          <p:nvPr/>
        </p:nvCxnSpPr>
        <p:spPr>
          <a:xfrm>
            <a:off x="7635550" y="579300"/>
            <a:ext cx="0" cy="2825700"/>
          </a:xfrm>
          <a:prstGeom prst="straightConnector1">
            <a:avLst/>
          </a:prstGeom>
          <a:noFill/>
          <a:ln w="19050" cap="flat" cmpd="sng">
            <a:solidFill>
              <a:schemeClr val="dk2"/>
            </a:solidFill>
            <a:prstDash val="solid"/>
            <a:round/>
            <a:headEnd type="none" w="med" len="med"/>
            <a:tailEnd type="none" w="med" len="med"/>
          </a:ln>
        </p:spPr>
      </p:cxnSp>
      <p:cxnSp>
        <p:nvCxnSpPr>
          <p:cNvPr id="12" name="Google Shape;12;p2"/>
          <p:cNvCxnSpPr/>
          <p:nvPr/>
        </p:nvCxnSpPr>
        <p:spPr>
          <a:xfrm rot="10800000">
            <a:off x="1507500" y="808575"/>
            <a:ext cx="6130800" cy="0"/>
          </a:xfrm>
          <a:prstGeom prst="straightConnector1">
            <a:avLst/>
          </a:prstGeom>
          <a:noFill/>
          <a:ln w="28575" cap="flat" cmpd="sng">
            <a:solidFill>
              <a:schemeClr val="dk2"/>
            </a:solidFill>
            <a:prstDash val="dot"/>
            <a:round/>
            <a:headEnd type="none" w="med" len="med"/>
            <a:tailEnd type="none" w="med" len="med"/>
          </a:ln>
        </p:spPr>
      </p:cxnSp>
      <p:cxnSp>
        <p:nvCxnSpPr>
          <p:cNvPr id="13" name="Google Shape;13;p2"/>
          <p:cNvCxnSpPr/>
          <p:nvPr/>
        </p:nvCxnSpPr>
        <p:spPr>
          <a:xfrm rot="10800000">
            <a:off x="1489494" y="3176925"/>
            <a:ext cx="6147000" cy="0"/>
          </a:xfrm>
          <a:prstGeom prst="straightConnector1">
            <a:avLst/>
          </a:prstGeom>
          <a:noFill/>
          <a:ln w="28575" cap="flat" cmpd="sng">
            <a:solidFill>
              <a:schemeClr val="dk2"/>
            </a:solidFill>
            <a:prstDash val="dot"/>
            <a:round/>
            <a:headEnd type="none" w="med" len="med"/>
            <a:tailEnd type="none" w="med" len="med"/>
          </a:ln>
        </p:spPr>
      </p:cxnSp>
      <p:grpSp>
        <p:nvGrpSpPr>
          <p:cNvPr id="14" name="Google Shape;14;p2"/>
          <p:cNvGrpSpPr/>
          <p:nvPr/>
        </p:nvGrpSpPr>
        <p:grpSpPr>
          <a:xfrm>
            <a:off x="3733541" y="4023388"/>
            <a:ext cx="312143" cy="474320"/>
            <a:chOff x="2542150" y="4511200"/>
            <a:chExt cx="775125" cy="1177850"/>
          </a:xfrm>
        </p:grpSpPr>
        <p:sp>
          <p:nvSpPr>
            <p:cNvPr id="15" name="Google Shape;15;p2"/>
            <p:cNvSpPr/>
            <p:nvPr/>
          </p:nvSpPr>
          <p:spPr>
            <a:xfrm>
              <a:off x="2542150" y="4511200"/>
              <a:ext cx="775125" cy="809300"/>
            </a:xfrm>
            <a:custGeom>
              <a:avLst/>
              <a:gdLst/>
              <a:ahLst/>
              <a:cxnLst/>
              <a:rect l="l" t="t" r="r" b="b"/>
              <a:pathLst>
                <a:path w="31005" h="32372" extrusionOk="0">
                  <a:moveTo>
                    <a:pt x="15503" y="1"/>
                  </a:moveTo>
                  <a:cubicBezTo>
                    <a:pt x="12402" y="1"/>
                    <a:pt x="9849" y="2007"/>
                    <a:pt x="8907" y="4773"/>
                  </a:cubicBezTo>
                  <a:cubicBezTo>
                    <a:pt x="8434" y="4671"/>
                    <a:pt x="7956" y="4621"/>
                    <a:pt x="7480" y="4621"/>
                  </a:cubicBezTo>
                  <a:cubicBezTo>
                    <a:pt x="5106" y="4621"/>
                    <a:pt x="2786" y="5858"/>
                    <a:pt x="1521" y="8086"/>
                  </a:cubicBezTo>
                  <a:cubicBezTo>
                    <a:pt x="1" y="10730"/>
                    <a:pt x="396" y="14013"/>
                    <a:pt x="2341" y="16171"/>
                  </a:cubicBezTo>
                  <a:cubicBezTo>
                    <a:pt x="396" y="18329"/>
                    <a:pt x="1" y="21612"/>
                    <a:pt x="1521" y="24256"/>
                  </a:cubicBezTo>
                  <a:cubicBezTo>
                    <a:pt x="2786" y="26484"/>
                    <a:pt x="5106" y="27721"/>
                    <a:pt x="7480" y="27721"/>
                  </a:cubicBezTo>
                  <a:cubicBezTo>
                    <a:pt x="7956" y="27721"/>
                    <a:pt x="8434" y="27671"/>
                    <a:pt x="8907" y="27569"/>
                  </a:cubicBezTo>
                  <a:cubicBezTo>
                    <a:pt x="9819" y="30335"/>
                    <a:pt x="12402" y="32372"/>
                    <a:pt x="15503" y="32372"/>
                  </a:cubicBezTo>
                  <a:cubicBezTo>
                    <a:pt x="18573" y="32372"/>
                    <a:pt x="21156" y="30335"/>
                    <a:pt x="22068" y="27569"/>
                  </a:cubicBezTo>
                  <a:cubicBezTo>
                    <a:pt x="22546" y="27671"/>
                    <a:pt x="23028" y="27721"/>
                    <a:pt x="23508" y="27721"/>
                  </a:cubicBezTo>
                  <a:cubicBezTo>
                    <a:pt x="25899" y="27721"/>
                    <a:pt x="28219" y="26484"/>
                    <a:pt x="29485" y="24256"/>
                  </a:cubicBezTo>
                  <a:cubicBezTo>
                    <a:pt x="31004" y="21612"/>
                    <a:pt x="30579" y="18329"/>
                    <a:pt x="28634" y="16171"/>
                  </a:cubicBezTo>
                  <a:cubicBezTo>
                    <a:pt x="30579" y="14013"/>
                    <a:pt x="31004" y="10730"/>
                    <a:pt x="29485" y="8086"/>
                  </a:cubicBezTo>
                  <a:cubicBezTo>
                    <a:pt x="28219" y="5858"/>
                    <a:pt x="25899" y="4621"/>
                    <a:pt x="23508" y="4621"/>
                  </a:cubicBezTo>
                  <a:cubicBezTo>
                    <a:pt x="23028" y="4621"/>
                    <a:pt x="22546" y="4671"/>
                    <a:pt x="22068" y="4773"/>
                  </a:cubicBezTo>
                  <a:cubicBezTo>
                    <a:pt x="21156" y="2007"/>
                    <a:pt x="18573" y="1"/>
                    <a:pt x="155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645500" y="4656600"/>
              <a:ext cx="566900" cy="516975"/>
            </a:xfrm>
            <a:custGeom>
              <a:avLst/>
              <a:gdLst/>
              <a:ahLst/>
              <a:cxnLst/>
              <a:rect l="l" t="t" r="r" b="b"/>
              <a:pathLst>
                <a:path w="22676" h="20679" extrusionOk="0">
                  <a:moveTo>
                    <a:pt x="11307" y="1"/>
                  </a:moveTo>
                  <a:cubicBezTo>
                    <a:pt x="6597" y="1"/>
                    <a:pt x="2346" y="3257"/>
                    <a:pt x="1247" y="8045"/>
                  </a:cubicBezTo>
                  <a:cubicBezTo>
                    <a:pt x="1" y="13607"/>
                    <a:pt x="3466" y="19139"/>
                    <a:pt x="9028" y="20416"/>
                  </a:cubicBezTo>
                  <a:cubicBezTo>
                    <a:pt x="9803" y="20594"/>
                    <a:pt x="10577" y="20679"/>
                    <a:pt x="11340" y="20679"/>
                  </a:cubicBezTo>
                  <a:cubicBezTo>
                    <a:pt x="16056" y="20679"/>
                    <a:pt x="20327" y="17422"/>
                    <a:pt x="21399" y="12635"/>
                  </a:cubicBezTo>
                  <a:cubicBezTo>
                    <a:pt x="22676" y="7072"/>
                    <a:pt x="19180" y="1540"/>
                    <a:pt x="13618" y="264"/>
                  </a:cubicBezTo>
                  <a:cubicBezTo>
                    <a:pt x="12843" y="86"/>
                    <a:pt x="12069" y="1"/>
                    <a:pt x="11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764800" y="4770850"/>
              <a:ext cx="328300" cy="288825"/>
            </a:xfrm>
            <a:custGeom>
              <a:avLst/>
              <a:gdLst/>
              <a:ahLst/>
              <a:cxnLst/>
              <a:rect l="l" t="t" r="r" b="b"/>
              <a:pathLst>
                <a:path w="13132" h="11553" extrusionOk="0">
                  <a:moveTo>
                    <a:pt x="6554" y="0"/>
                  </a:moveTo>
                  <a:cubicBezTo>
                    <a:pt x="5796" y="0"/>
                    <a:pt x="5026" y="150"/>
                    <a:pt x="4287" y="466"/>
                  </a:cubicBezTo>
                  <a:cubicBezTo>
                    <a:pt x="1338" y="1742"/>
                    <a:pt x="1" y="5116"/>
                    <a:pt x="1247" y="8065"/>
                  </a:cubicBezTo>
                  <a:cubicBezTo>
                    <a:pt x="2198" y="10239"/>
                    <a:pt x="4314" y="11553"/>
                    <a:pt x="6551" y="11553"/>
                  </a:cubicBezTo>
                  <a:cubicBezTo>
                    <a:pt x="7316" y="11553"/>
                    <a:pt x="8095" y="11399"/>
                    <a:pt x="8846" y="11074"/>
                  </a:cubicBezTo>
                  <a:cubicBezTo>
                    <a:pt x="11764" y="9828"/>
                    <a:pt x="13132" y="6423"/>
                    <a:pt x="11855" y="3505"/>
                  </a:cubicBezTo>
                  <a:cubicBezTo>
                    <a:pt x="10924" y="1304"/>
                    <a:pt x="8790" y="0"/>
                    <a:pt x="65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565725" y="5320475"/>
              <a:ext cx="368550" cy="368575"/>
            </a:xfrm>
            <a:custGeom>
              <a:avLst/>
              <a:gdLst/>
              <a:ahLst/>
              <a:cxnLst/>
              <a:rect l="l" t="t" r="r" b="b"/>
              <a:pathLst>
                <a:path w="14742" h="14743" extrusionOk="0">
                  <a:moveTo>
                    <a:pt x="0" y="1"/>
                  </a:moveTo>
                  <a:cubicBezTo>
                    <a:pt x="0" y="8116"/>
                    <a:pt x="6626" y="14743"/>
                    <a:pt x="14742" y="14743"/>
                  </a:cubicBezTo>
                  <a:cubicBezTo>
                    <a:pt x="14712" y="6566"/>
                    <a:pt x="814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33500" y="5318975"/>
              <a:ext cx="368575" cy="368550"/>
            </a:xfrm>
            <a:custGeom>
              <a:avLst/>
              <a:gdLst/>
              <a:ahLst/>
              <a:cxnLst/>
              <a:rect l="l" t="t" r="r" b="b"/>
              <a:pathLst>
                <a:path w="14743" h="14742" extrusionOk="0">
                  <a:moveTo>
                    <a:pt x="14743" y="0"/>
                  </a:moveTo>
                  <a:cubicBezTo>
                    <a:pt x="6596" y="61"/>
                    <a:pt x="1" y="6626"/>
                    <a:pt x="1" y="14742"/>
                  </a:cubicBezTo>
                  <a:lnTo>
                    <a:pt x="1" y="14742"/>
                  </a:lnTo>
                  <a:cubicBezTo>
                    <a:pt x="8116" y="14742"/>
                    <a:pt x="14743" y="8146"/>
                    <a:pt x="147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4179088" y="4022774"/>
            <a:ext cx="326217" cy="474934"/>
            <a:chOff x="3648550" y="4509675"/>
            <a:chExt cx="810075" cy="1179375"/>
          </a:xfrm>
        </p:grpSpPr>
        <p:sp>
          <p:nvSpPr>
            <p:cNvPr id="21" name="Google Shape;21;p2"/>
            <p:cNvSpPr/>
            <p:nvPr/>
          </p:nvSpPr>
          <p:spPr>
            <a:xfrm>
              <a:off x="3685800" y="5320475"/>
              <a:ext cx="368575" cy="368575"/>
            </a:xfrm>
            <a:custGeom>
              <a:avLst/>
              <a:gdLst/>
              <a:ahLst/>
              <a:cxnLst/>
              <a:rect l="l" t="t" r="r" b="b"/>
              <a:pathLst>
                <a:path w="14743" h="14743" extrusionOk="0">
                  <a:moveTo>
                    <a:pt x="0" y="1"/>
                  </a:moveTo>
                  <a:cubicBezTo>
                    <a:pt x="0" y="8116"/>
                    <a:pt x="6596" y="14743"/>
                    <a:pt x="14742" y="14743"/>
                  </a:cubicBezTo>
                  <a:cubicBezTo>
                    <a:pt x="14742" y="6566"/>
                    <a:pt x="811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054350" y="5318975"/>
              <a:ext cx="368575" cy="368550"/>
            </a:xfrm>
            <a:custGeom>
              <a:avLst/>
              <a:gdLst/>
              <a:ahLst/>
              <a:cxnLst/>
              <a:rect l="l" t="t" r="r" b="b"/>
              <a:pathLst>
                <a:path w="14743" h="14742" extrusionOk="0">
                  <a:moveTo>
                    <a:pt x="14742" y="0"/>
                  </a:moveTo>
                  <a:lnTo>
                    <a:pt x="14742" y="0"/>
                  </a:lnTo>
                  <a:cubicBezTo>
                    <a:pt x="6566" y="61"/>
                    <a:pt x="0" y="6626"/>
                    <a:pt x="0" y="14742"/>
                  </a:cubicBezTo>
                  <a:cubicBezTo>
                    <a:pt x="8116" y="14742"/>
                    <a:pt x="14742" y="8146"/>
                    <a:pt x="14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852225" y="4509675"/>
              <a:ext cx="404275" cy="202925"/>
            </a:xfrm>
            <a:custGeom>
              <a:avLst/>
              <a:gdLst/>
              <a:ahLst/>
              <a:cxnLst/>
              <a:rect l="l" t="t" r="r" b="b"/>
              <a:pathLst>
                <a:path w="16171" h="8117" extrusionOk="0">
                  <a:moveTo>
                    <a:pt x="8085" y="1"/>
                  </a:moveTo>
                  <a:cubicBezTo>
                    <a:pt x="3587" y="1"/>
                    <a:pt x="0" y="3618"/>
                    <a:pt x="0" y="8116"/>
                  </a:cubicBezTo>
                  <a:lnTo>
                    <a:pt x="16171" y="8116"/>
                  </a:lnTo>
                  <a:cubicBezTo>
                    <a:pt x="16171" y="3618"/>
                    <a:pt x="12523" y="1"/>
                    <a:pt x="80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850700" y="5117600"/>
              <a:ext cx="405800" cy="202900"/>
            </a:xfrm>
            <a:custGeom>
              <a:avLst/>
              <a:gdLst/>
              <a:ahLst/>
              <a:cxnLst/>
              <a:rect l="l" t="t" r="r" b="b"/>
              <a:pathLst>
                <a:path w="16232" h="8116" extrusionOk="0">
                  <a:moveTo>
                    <a:pt x="61" y="0"/>
                  </a:moveTo>
                  <a:cubicBezTo>
                    <a:pt x="0" y="4468"/>
                    <a:pt x="3648" y="8116"/>
                    <a:pt x="8146" y="8116"/>
                  </a:cubicBezTo>
                  <a:cubicBezTo>
                    <a:pt x="12614" y="8116"/>
                    <a:pt x="16232" y="4499"/>
                    <a:pt x="16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3648550" y="4712575"/>
              <a:ext cx="202175" cy="404275"/>
            </a:xfrm>
            <a:custGeom>
              <a:avLst/>
              <a:gdLst/>
              <a:ahLst/>
              <a:cxnLst/>
              <a:rect l="l" t="t" r="r" b="b"/>
              <a:pathLst>
                <a:path w="8087" h="16171" extrusionOk="0">
                  <a:moveTo>
                    <a:pt x="8086" y="0"/>
                  </a:moveTo>
                  <a:cubicBezTo>
                    <a:pt x="3648" y="0"/>
                    <a:pt x="1" y="3587"/>
                    <a:pt x="1" y="8086"/>
                  </a:cubicBezTo>
                  <a:cubicBezTo>
                    <a:pt x="1" y="12554"/>
                    <a:pt x="3618" y="16171"/>
                    <a:pt x="8086" y="16171"/>
                  </a:cubicBezTo>
                  <a:lnTo>
                    <a:pt x="80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4256475" y="4712575"/>
              <a:ext cx="202150" cy="404275"/>
            </a:xfrm>
            <a:custGeom>
              <a:avLst/>
              <a:gdLst/>
              <a:ahLst/>
              <a:cxnLst/>
              <a:rect l="l" t="t" r="r" b="b"/>
              <a:pathLst>
                <a:path w="8086" h="16171" extrusionOk="0">
                  <a:moveTo>
                    <a:pt x="1" y="0"/>
                  </a:moveTo>
                  <a:lnTo>
                    <a:pt x="1" y="16171"/>
                  </a:lnTo>
                  <a:cubicBezTo>
                    <a:pt x="4499" y="16171"/>
                    <a:pt x="8086" y="12554"/>
                    <a:pt x="8086" y="8086"/>
                  </a:cubicBezTo>
                  <a:cubicBezTo>
                    <a:pt x="8086" y="3587"/>
                    <a:pt x="4499"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852225" y="4712575"/>
              <a:ext cx="404275" cy="202150"/>
            </a:xfrm>
            <a:custGeom>
              <a:avLst/>
              <a:gdLst/>
              <a:ahLst/>
              <a:cxnLst/>
              <a:rect l="l" t="t" r="r" b="b"/>
              <a:pathLst>
                <a:path w="16171" h="8086" extrusionOk="0">
                  <a:moveTo>
                    <a:pt x="0" y="0"/>
                  </a:moveTo>
                  <a:cubicBezTo>
                    <a:pt x="4438" y="0"/>
                    <a:pt x="8085" y="3587"/>
                    <a:pt x="8085" y="8086"/>
                  </a:cubicBezTo>
                  <a:cubicBezTo>
                    <a:pt x="8085" y="3587"/>
                    <a:pt x="11702" y="0"/>
                    <a:pt x="161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852225" y="4914700"/>
              <a:ext cx="404275" cy="202150"/>
            </a:xfrm>
            <a:custGeom>
              <a:avLst/>
              <a:gdLst/>
              <a:ahLst/>
              <a:cxnLst/>
              <a:rect l="l" t="t" r="r" b="b"/>
              <a:pathLst>
                <a:path w="16171" h="8086" extrusionOk="0">
                  <a:moveTo>
                    <a:pt x="8085" y="1"/>
                  </a:moveTo>
                  <a:cubicBezTo>
                    <a:pt x="8085" y="4469"/>
                    <a:pt x="4468" y="8086"/>
                    <a:pt x="0" y="8086"/>
                  </a:cubicBezTo>
                  <a:lnTo>
                    <a:pt x="16171" y="8086"/>
                  </a:lnTo>
                  <a:cubicBezTo>
                    <a:pt x="11702" y="8086"/>
                    <a:pt x="8085" y="4469"/>
                    <a:pt x="80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3852200" y="4712575"/>
              <a:ext cx="202175" cy="404275"/>
            </a:xfrm>
            <a:custGeom>
              <a:avLst/>
              <a:gdLst/>
              <a:ahLst/>
              <a:cxnLst/>
              <a:rect l="l" t="t" r="r" b="b"/>
              <a:pathLst>
                <a:path w="8087" h="16171" extrusionOk="0">
                  <a:moveTo>
                    <a:pt x="1" y="0"/>
                  </a:moveTo>
                  <a:lnTo>
                    <a:pt x="1" y="15952"/>
                  </a:lnTo>
                  <a:lnTo>
                    <a:pt x="1" y="15952"/>
                  </a:lnTo>
                  <a:cubicBezTo>
                    <a:pt x="60" y="11614"/>
                    <a:pt x="3662" y="8086"/>
                    <a:pt x="8086" y="8086"/>
                  </a:cubicBezTo>
                  <a:cubicBezTo>
                    <a:pt x="3588" y="8086"/>
                    <a:pt x="1" y="4469"/>
                    <a:pt x="1" y="0"/>
                  </a:cubicBezTo>
                  <a:close/>
                  <a:moveTo>
                    <a:pt x="1" y="15952"/>
                  </a:moveTo>
                  <a:cubicBezTo>
                    <a:pt x="0" y="16025"/>
                    <a:pt x="0" y="16098"/>
                    <a:pt x="1" y="16171"/>
                  </a:cubicBezTo>
                  <a:lnTo>
                    <a:pt x="1" y="1595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850700" y="4712575"/>
              <a:ext cx="203675" cy="202150"/>
            </a:xfrm>
            <a:custGeom>
              <a:avLst/>
              <a:gdLst/>
              <a:ahLst/>
              <a:cxnLst/>
              <a:rect l="l" t="t" r="r" b="b"/>
              <a:pathLst>
                <a:path w="8147" h="8086" extrusionOk="0">
                  <a:moveTo>
                    <a:pt x="61" y="0"/>
                  </a:moveTo>
                  <a:cubicBezTo>
                    <a:pt x="0" y="4469"/>
                    <a:pt x="3648" y="8086"/>
                    <a:pt x="8146" y="8086"/>
                  </a:cubicBezTo>
                  <a:cubicBezTo>
                    <a:pt x="8146" y="3587"/>
                    <a:pt x="4529" y="0"/>
                    <a:pt x="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852225" y="4914700"/>
              <a:ext cx="202150" cy="202150"/>
            </a:xfrm>
            <a:custGeom>
              <a:avLst/>
              <a:gdLst/>
              <a:ahLst/>
              <a:cxnLst/>
              <a:rect l="l" t="t" r="r" b="b"/>
              <a:pathLst>
                <a:path w="8086" h="8086" extrusionOk="0">
                  <a:moveTo>
                    <a:pt x="8085" y="1"/>
                  </a:moveTo>
                  <a:cubicBezTo>
                    <a:pt x="3587" y="1"/>
                    <a:pt x="0" y="3618"/>
                    <a:pt x="0" y="8086"/>
                  </a:cubicBezTo>
                  <a:cubicBezTo>
                    <a:pt x="4438" y="8086"/>
                    <a:pt x="8085" y="4469"/>
                    <a:pt x="80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054350" y="4712575"/>
              <a:ext cx="202150" cy="404275"/>
            </a:xfrm>
            <a:custGeom>
              <a:avLst/>
              <a:gdLst/>
              <a:ahLst/>
              <a:cxnLst/>
              <a:rect l="l" t="t" r="r" b="b"/>
              <a:pathLst>
                <a:path w="8086" h="16171" extrusionOk="0">
                  <a:moveTo>
                    <a:pt x="8086" y="0"/>
                  </a:moveTo>
                  <a:cubicBezTo>
                    <a:pt x="8086" y="4469"/>
                    <a:pt x="4438" y="8086"/>
                    <a:pt x="0" y="8086"/>
                  </a:cubicBezTo>
                  <a:cubicBezTo>
                    <a:pt x="4468" y="8086"/>
                    <a:pt x="8086" y="11703"/>
                    <a:pt x="8086" y="16171"/>
                  </a:cubicBezTo>
                  <a:lnTo>
                    <a:pt x="80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054350" y="4712575"/>
              <a:ext cx="202150" cy="202150"/>
            </a:xfrm>
            <a:custGeom>
              <a:avLst/>
              <a:gdLst/>
              <a:ahLst/>
              <a:cxnLst/>
              <a:rect l="l" t="t" r="r" b="b"/>
              <a:pathLst>
                <a:path w="8086" h="8086" extrusionOk="0">
                  <a:moveTo>
                    <a:pt x="8086" y="0"/>
                  </a:moveTo>
                  <a:cubicBezTo>
                    <a:pt x="3617" y="0"/>
                    <a:pt x="0" y="3587"/>
                    <a:pt x="0" y="8086"/>
                  </a:cubicBezTo>
                  <a:cubicBezTo>
                    <a:pt x="4468" y="8086"/>
                    <a:pt x="8086" y="4469"/>
                    <a:pt x="80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054350" y="4914700"/>
              <a:ext cx="202150" cy="202150"/>
            </a:xfrm>
            <a:custGeom>
              <a:avLst/>
              <a:gdLst/>
              <a:ahLst/>
              <a:cxnLst/>
              <a:rect l="l" t="t" r="r" b="b"/>
              <a:pathLst>
                <a:path w="8086" h="8086" extrusionOk="0">
                  <a:moveTo>
                    <a:pt x="0" y="1"/>
                  </a:moveTo>
                  <a:cubicBezTo>
                    <a:pt x="0" y="4469"/>
                    <a:pt x="3617" y="8086"/>
                    <a:pt x="8086" y="8086"/>
                  </a:cubicBezTo>
                  <a:cubicBezTo>
                    <a:pt x="8086" y="3648"/>
                    <a:pt x="4438"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3952525" y="4610750"/>
              <a:ext cx="202150" cy="101850"/>
            </a:xfrm>
            <a:custGeom>
              <a:avLst/>
              <a:gdLst/>
              <a:ahLst/>
              <a:cxnLst/>
              <a:rect l="l" t="t" r="r" b="b"/>
              <a:pathLst>
                <a:path w="8086" h="4074" extrusionOk="0">
                  <a:moveTo>
                    <a:pt x="4073" y="0"/>
                  </a:moveTo>
                  <a:cubicBezTo>
                    <a:pt x="1824" y="0"/>
                    <a:pt x="0" y="1824"/>
                    <a:pt x="0" y="4073"/>
                  </a:cubicBezTo>
                  <a:lnTo>
                    <a:pt x="8086" y="4073"/>
                  </a:lnTo>
                  <a:cubicBezTo>
                    <a:pt x="8086" y="1824"/>
                    <a:pt x="6262" y="0"/>
                    <a:pt x="40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952525" y="5116825"/>
              <a:ext cx="203675" cy="101850"/>
            </a:xfrm>
            <a:custGeom>
              <a:avLst/>
              <a:gdLst/>
              <a:ahLst/>
              <a:cxnLst/>
              <a:rect l="l" t="t" r="r" b="b"/>
              <a:pathLst>
                <a:path w="8147" h="4074" extrusionOk="0">
                  <a:moveTo>
                    <a:pt x="31" y="1"/>
                  </a:moveTo>
                  <a:cubicBezTo>
                    <a:pt x="0" y="2250"/>
                    <a:pt x="1824" y="4074"/>
                    <a:pt x="4073" y="4074"/>
                  </a:cubicBezTo>
                  <a:cubicBezTo>
                    <a:pt x="6323" y="4074"/>
                    <a:pt x="8146" y="2250"/>
                    <a:pt x="8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750375" y="4813625"/>
              <a:ext cx="101875" cy="202925"/>
            </a:xfrm>
            <a:custGeom>
              <a:avLst/>
              <a:gdLst/>
              <a:ahLst/>
              <a:cxnLst/>
              <a:rect l="l" t="t" r="r" b="b"/>
              <a:pathLst>
                <a:path w="4075" h="8117" extrusionOk="0">
                  <a:moveTo>
                    <a:pt x="4018" y="1"/>
                  </a:moveTo>
                  <a:cubicBezTo>
                    <a:pt x="1765" y="1"/>
                    <a:pt x="1" y="1813"/>
                    <a:pt x="1" y="4044"/>
                  </a:cubicBezTo>
                  <a:cubicBezTo>
                    <a:pt x="1" y="6262"/>
                    <a:pt x="1825" y="8117"/>
                    <a:pt x="4074" y="8117"/>
                  </a:cubicBezTo>
                  <a:lnTo>
                    <a:pt x="4074" y="1"/>
                  </a:lnTo>
                  <a:cubicBezTo>
                    <a:pt x="4055" y="1"/>
                    <a:pt x="4037" y="1"/>
                    <a:pt x="40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255725" y="4812875"/>
              <a:ext cx="101850" cy="202200"/>
            </a:xfrm>
            <a:custGeom>
              <a:avLst/>
              <a:gdLst/>
              <a:ahLst/>
              <a:cxnLst/>
              <a:rect l="l" t="t" r="r" b="b"/>
              <a:pathLst>
                <a:path w="4074" h="8088" extrusionOk="0">
                  <a:moveTo>
                    <a:pt x="0" y="1"/>
                  </a:moveTo>
                  <a:lnTo>
                    <a:pt x="0" y="8086"/>
                  </a:lnTo>
                  <a:cubicBezTo>
                    <a:pt x="37" y="8087"/>
                    <a:pt x="73" y="8087"/>
                    <a:pt x="109" y="8087"/>
                  </a:cubicBezTo>
                  <a:cubicBezTo>
                    <a:pt x="2337" y="8087"/>
                    <a:pt x="4073" y="6257"/>
                    <a:pt x="4073" y="4074"/>
                  </a:cubicBezTo>
                  <a:cubicBezTo>
                    <a:pt x="4073" y="1824"/>
                    <a:pt x="2249"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952525" y="4812875"/>
              <a:ext cx="203675" cy="202925"/>
            </a:xfrm>
            <a:custGeom>
              <a:avLst/>
              <a:gdLst/>
              <a:ahLst/>
              <a:cxnLst/>
              <a:rect l="l" t="t" r="r" b="b"/>
              <a:pathLst>
                <a:path w="8147" h="8117" extrusionOk="0">
                  <a:moveTo>
                    <a:pt x="4073" y="1"/>
                  </a:moveTo>
                  <a:cubicBezTo>
                    <a:pt x="1824" y="1"/>
                    <a:pt x="0" y="1824"/>
                    <a:pt x="0" y="4074"/>
                  </a:cubicBezTo>
                  <a:cubicBezTo>
                    <a:pt x="0" y="6323"/>
                    <a:pt x="1824" y="8116"/>
                    <a:pt x="4073" y="8116"/>
                  </a:cubicBezTo>
                  <a:cubicBezTo>
                    <a:pt x="6323" y="8116"/>
                    <a:pt x="8146" y="6323"/>
                    <a:pt x="8146" y="4074"/>
                  </a:cubicBezTo>
                  <a:cubicBezTo>
                    <a:pt x="8146" y="1824"/>
                    <a:pt x="6323" y="1"/>
                    <a:pt x="4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003425" y="4864550"/>
              <a:ext cx="101100" cy="100325"/>
            </a:xfrm>
            <a:custGeom>
              <a:avLst/>
              <a:gdLst/>
              <a:ahLst/>
              <a:cxnLst/>
              <a:rect l="l" t="t" r="r" b="b"/>
              <a:pathLst>
                <a:path w="4044" h="4013" extrusionOk="0">
                  <a:moveTo>
                    <a:pt x="2037" y="0"/>
                  </a:moveTo>
                  <a:cubicBezTo>
                    <a:pt x="943" y="0"/>
                    <a:pt x="1" y="912"/>
                    <a:pt x="1" y="2007"/>
                  </a:cubicBezTo>
                  <a:cubicBezTo>
                    <a:pt x="1" y="3101"/>
                    <a:pt x="913" y="4013"/>
                    <a:pt x="2037" y="4013"/>
                  </a:cubicBezTo>
                  <a:cubicBezTo>
                    <a:pt x="3132" y="4013"/>
                    <a:pt x="4043" y="3131"/>
                    <a:pt x="4043" y="2007"/>
                  </a:cubicBezTo>
                  <a:cubicBezTo>
                    <a:pt x="4043" y="912"/>
                    <a:pt x="3132" y="0"/>
                    <a:pt x="20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1;p2"/>
          <p:cNvGrpSpPr/>
          <p:nvPr/>
        </p:nvGrpSpPr>
        <p:grpSpPr>
          <a:xfrm>
            <a:off x="4638695" y="4023399"/>
            <a:ext cx="312143" cy="474320"/>
            <a:chOff x="2542150" y="4511200"/>
            <a:chExt cx="775125" cy="1177850"/>
          </a:xfrm>
        </p:grpSpPr>
        <p:sp>
          <p:nvSpPr>
            <p:cNvPr id="42" name="Google Shape;42;p2"/>
            <p:cNvSpPr/>
            <p:nvPr/>
          </p:nvSpPr>
          <p:spPr>
            <a:xfrm>
              <a:off x="2542150" y="4511200"/>
              <a:ext cx="775125" cy="809300"/>
            </a:xfrm>
            <a:custGeom>
              <a:avLst/>
              <a:gdLst/>
              <a:ahLst/>
              <a:cxnLst/>
              <a:rect l="l" t="t" r="r" b="b"/>
              <a:pathLst>
                <a:path w="31005" h="32372" extrusionOk="0">
                  <a:moveTo>
                    <a:pt x="15503" y="1"/>
                  </a:moveTo>
                  <a:cubicBezTo>
                    <a:pt x="12402" y="1"/>
                    <a:pt x="9849" y="2007"/>
                    <a:pt x="8907" y="4773"/>
                  </a:cubicBezTo>
                  <a:cubicBezTo>
                    <a:pt x="8434" y="4671"/>
                    <a:pt x="7956" y="4621"/>
                    <a:pt x="7480" y="4621"/>
                  </a:cubicBezTo>
                  <a:cubicBezTo>
                    <a:pt x="5106" y="4621"/>
                    <a:pt x="2786" y="5858"/>
                    <a:pt x="1521" y="8086"/>
                  </a:cubicBezTo>
                  <a:cubicBezTo>
                    <a:pt x="1" y="10730"/>
                    <a:pt x="396" y="14013"/>
                    <a:pt x="2341" y="16171"/>
                  </a:cubicBezTo>
                  <a:cubicBezTo>
                    <a:pt x="396" y="18329"/>
                    <a:pt x="1" y="21612"/>
                    <a:pt x="1521" y="24256"/>
                  </a:cubicBezTo>
                  <a:cubicBezTo>
                    <a:pt x="2786" y="26484"/>
                    <a:pt x="5106" y="27721"/>
                    <a:pt x="7480" y="27721"/>
                  </a:cubicBezTo>
                  <a:cubicBezTo>
                    <a:pt x="7956" y="27721"/>
                    <a:pt x="8434" y="27671"/>
                    <a:pt x="8907" y="27569"/>
                  </a:cubicBezTo>
                  <a:cubicBezTo>
                    <a:pt x="9819" y="30335"/>
                    <a:pt x="12402" y="32372"/>
                    <a:pt x="15503" y="32372"/>
                  </a:cubicBezTo>
                  <a:cubicBezTo>
                    <a:pt x="18573" y="32372"/>
                    <a:pt x="21156" y="30335"/>
                    <a:pt x="22068" y="27569"/>
                  </a:cubicBezTo>
                  <a:cubicBezTo>
                    <a:pt x="22546" y="27671"/>
                    <a:pt x="23028" y="27721"/>
                    <a:pt x="23508" y="27721"/>
                  </a:cubicBezTo>
                  <a:cubicBezTo>
                    <a:pt x="25899" y="27721"/>
                    <a:pt x="28219" y="26484"/>
                    <a:pt x="29485" y="24256"/>
                  </a:cubicBezTo>
                  <a:cubicBezTo>
                    <a:pt x="31004" y="21612"/>
                    <a:pt x="30579" y="18329"/>
                    <a:pt x="28634" y="16171"/>
                  </a:cubicBezTo>
                  <a:cubicBezTo>
                    <a:pt x="30579" y="14013"/>
                    <a:pt x="31004" y="10730"/>
                    <a:pt x="29485" y="8086"/>
                  </a:cubicBezTo>
                  <a:cubicBezTo>
                    <a:pt x="28219" y="5858"/>
                    <a:pt x="25899" y="4621"/>
                    <a:pt x="23508" y="4621"/>
                  </a:cubicBezTo>
                  <a:cubicBezTo>
                    <a:pt x="23028" y="4621"/>
                    <a:pt x="22546" y="4671"/>
                    <a:pt x="22068" y="4773"/>
                  </a:cubicBezTo>
                  <a:cubicBezTo>
                    <a:pt x="21156" y="2007"/>
                    <a:pt x="18573" y="1"/>
                    <a:pt x="155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645500" y="4656600"/>
              <a:ext cx="566900" cy="516975"/>
            </a:xfrm>
            <a:custGeom>
              <a:avLst/>
              <a:gdLst/>
              <a:ahLst/>
              <a:cxnLst/>
              <a:rect l="l" t="t" r="r" b="b"/>
              <a:pathLst>
                <a:path w="22676" h="20679" extrusionOk="0">
                  <a:moveTo>
                    <a:pt x="11307" y="1"/>
                  </a:moveTo>
                  <a:cubicBezTo>
                    <a:pt x="6597" y="1"/>
                    <a:pt x="2346" y="3257"/>
                    <a:pt x="1247" y="8045"/>
                  </a:cubicBezTo>
                  <a:cubicBezTo>
                    <a:pt x="1" y="13607"/>
                    <a:pt x="3466" y="19139"/>
                    <a:pt x="9028" y="20416"/>
                  </a:cubicBezTo>
                  <a:cubicBezTo>
                    <a:pt x="9803" y="20594"/>
                    <a:pt x="10577" y="20679"/>
                    <a:pt x="11340" y="20679"/>
                  </a:cubicBezTo>
                  <a:cubicBezTo>
                    <a:pt x="16056" y="20679"/>
                    <a:pt x="20327" y="17422"/>
                    <a:pt x="21399" y="12635"/>
                  </a:cubicBezTo>
                  <a:cubicBezTo>
                    <a:pt x="22676" y="7072"/>
                    <a:pt x="19180" y="1540"/>
                    <a:pt x="13618" y="264"/>
                  </a:cubicBezTo>
                  <a:cubicBezTo>
                    <a:pt x="12843" y="86"/>
                    <a:pt x="12069" y="1"/>
                    <a:pt x="11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764800" y="4770850"/>
              <a:ext cx="328300" cy="288825"/>
            </a:xfrm>
            <a:custGeom>
              <a:avLst/>
              <a:gdLst/>
              <a:ahLst/>
              <a:cxnLst/>
              <a:rect l="l" t="t" r="r" b="b"/>
              <a:pathLst>
                <a:path w="13132" h="11553" extrusionOk="0">
                  <a:moveTo>
                    <a:pt x="6554" y="0"/>
                  </a:moveTo>
                  <a:cubicBezTo>
                    <a:pt x="5796" y="0"/>
                    <a:pt x="5026" y="150"/>
                    <a:pt x="4287" y="466"/>
                  </a:cubicBezTo>
                  <a:cubicBezTo>
                    <a:pt x="1338" y="1742"/>
                    <a:pt x="1" y="5116"/>
                    <a:pt x="1247" y="8065"/>
                  </a:cubicBezTo>
                  <a:cubicBezTo>
                    <a:pt x="2198" y="10239"/>
                    <a:pt x="4314" y="11553"/>
                    <a:pt x="6551" y="11553"/>
                  </a:cubicBezTo>
                  <a:cubicBezTo>
                    <a:pt x="7316" y="11553"/>
                    <a:pt x="8095" y="11399"/>
                    <a:pt x="8846" y="11074"/>
                  </a:cubicBezTo>
                  <a:cubicBezTo>
                    <a:pt x="11764" y="9828"/>
                    <a:pt x="13132" y="6423"/>
                    <a:pt x="11855" y="3505"/>
                  </a:cubicBezTo>
                  <a:cubicBezTo>
                    <a:pt x="10924" y="1304"/>
                    <a:pt x="8790" y="0"/>
                    <a:pt x="65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565725" y="5320475"/>
              <a:ext cx="368550" cy="368575"/>
            </a:xfrm>
            <a:custGeom>
              <a:avLst/>
              <a:gdLst/>
              <a:ahLst/>
              <a:cxnLst/>
              <a:rect l="l" t="t" r="r" b="b"/>
              <a:pathLst>
                <a:path w="14742" h="14743" extrusionOk="0">
                  <a:moveTo>
                    <a:pt x="0" y="1"/>
                  </a:moveTo>
                  <a:cubicBezTo>
                    <a:pt x="0" y="8116"/>
                    <a:pt x="6626" y="14743"/>
                    <a:pt x="14742" y="14743"/>
                  </a:cubicBezTo>
                  <a:cubicBezTo>
                    <a:pt x="14712" y="6566"/>
                    <a:pt x="814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933500" y="5318975"/>
              <a:ext cx="368575" cy="368550"/>
            </a:xfrm>
            <a:custGeom>
              <a:avLst/>
              <a:gdLst/>
              <a:ahLst/>
              <a:cxnLst/>
              <a:rect l="l" t="t" r="r" b="b"/>
              <a:pathLst>
                <a:path w="14743" h="14742" extrusionOk="0">
                  <a:moveTo>
                    <a:pt x="14743" y="0"/>
                  </a:moveTo>
                  <a:cubicBezTo>
                    <a:pt x="6596" y="61"/>
                    <a:pt x="1" y="6626"/>
                    <a:pt x="1" y="14742"/>
                  </a:cubicBezTo>
                  <a:lnTo>
                    <a:pt x="1" y="14742"/>
                  </a:lnTo>
                  <a:cubicBezTo>
                    <a:pt x="8116" y="14742"/>
                    <a:pt x="14743" y="8146"/>
                    <a:pt x="147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2"/>
          <p:cNvGrpSpPr/>
          <p:nvPr/>
        </p:nvGrpSpPr>
        <p:grpSpPr>
          <a:xfrm>
            <a:off x="5084242" y="4022785"/>
            <a:ext cx="326217" cy="474934"/>
            <a:chOff x="3648550" y="4509675"/>
            <a:chExt cx="810075" cy="1179375"/>
          </a:xfrm>
        </p:grpSpPr>
        <p:sp>
          <p:nvSpPr>
            <p:cNvPr id="48" name="Google Shape;48;p2"/>
            <p:cNvSpPr/>
            <p:nvPr/>
          </p:nvSpPr>
          <p:spPr>
            <a:xfrm>
              <a:off x="3685800" y="5320475"/>
              <a:ext cx="368575" cy="368575"/>
            </a:xfrm>
            <a:custGeom>
              <a:avLst/>
              <a:gdLst/>
              <a:ahLst/>
              <a:cxnLst/>
              <a:rect l="l" t="t" r="r" b="b"/>
              <a:pathLst>
                <a:path w="14743" h="14743" extrusionOk="0">
                  <a:moveTo>
                    <a:pt x="0" y="1"/>
                  </a:moveTo>
                  <a:cubicBezTo>
                    <a:pt x="0" y="8116"/>
                    <a:pt x="6596" y="14743"/>
                    <a:pt x="14742" y="14743"/>
                  </a:cubicBezTo>
                  <a:cubicBezTo>
                    <a:pt x="14742" y="6566"/>
                    <a:pt x="811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4054350" y="5318975"/>
              <a:ext cx="368575" cy="368550"/>
            </a:xfrm>
            <a:custGeom>
              <a:avLst/>
              <a:gdLst/>
              <a:ahLst/>
              <a:cxnLst/>
              <a:rect l="l" t="t" r="r" b="b"/>
              <a:pathLst>
                <a:path w="14743" h="14742" extrusionOk="0">
                  <a:moveTo>
                    <a:pt x="14742" y="0"/>
                  </a:moveTo>
                  <a:lnTo>
                    <a:pt x="14742" y="0"/>
                  </a:lnTo>
                  <a:cubicBezTo>
                    <a:pt x="6566" y="61"/>
                    <a:pt x="0" y="6626"/>
                    <a:pt x="0" y="14742"/>
                  </a:cubicBezTo>
                  <a:cubicBezTo>
                    <a:pt x="8116" y="14742"/>
                    <a:pt x="14742" y="8146"/>
                    <a:pt x="14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3852225" y="4509675"/>
              <a:ext cx="404275" cy="202925"/>
            </a:xfrm>
            <a:custGeom>
              <a:avLst/>
              <a:gdLst/>
              <a:ahLst/>
              <a:cxnLst/>
              <a:rect l="l" t="t" r="r" b="b"/>
              <a:pathLst>
                <a:path w="16171" h="8117" extrusionOk="0">
                  <a:moveTo>
                    <a:pt x="8085" y="1"/>
                  </a:moveTo>
                  <a:cubicBezTo>
                    <a:pt x="3587" y="1"/>
                    <a:pt x="0" y="3618"/>
                    <a:pt x="0" y="8116"/>
                  </a:cubicBezTo>
                  <a:lnTo>
                    <a:pt x="16171" y="8116"/>
                  </a:lnTo>
                  <a:cubicBezTo>
                    <a:pt x="16171" y="3618"/>
                    <a:pt x="12523" y="1"/>
                    <a:pt x="80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3850700" y="5117600"/>
              <a:ext cx="405800" cy="202900"/>
            </a:xfrm>
            <a:custGeom>
              <a:avLst/>
              <a:gdLst/>
              <a:ahLst/>
              <a:cxnLst/>
              <a:rect l="l" t="t" r="r" b="b"/>
              <a:pathLst>
                <a:path w="16232" h="8116" extrusionOk="0">
                  <a:moveTo>
                    <a:pt x="61" y="0"/>
                  </a:moveTo>
                  <a:cubicBezTo>
                    <a:pt x="0" y="4468"/>
                    <a:pt x="3648" y="8116"/>
                    <a:pt x="8146" y="8116"/>
                  </a:cubicBezTo>
                  <a:cubicBezTo>
                    <a:pt x="12614" y="8116"/>
                    <a:pt x="16232" y="4499"/>
                    <a:pt x="16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3648550" y="4712575"/>
              <a:ext cx="202175" cy="404275"/>
            </a:xfrm>
            <a:custGeom>
              <a:avLst/>
              <a:gdLst/>
              <a:ahLst/>
              <a:cxnLst/>
              <a:rect l="l" t="t" r="r" b="b"/>
              <a:pathLst>
                <a:path w="8087" h="16171" extrusionOk="0">
                  <a:moveTo>
                    <a:pt x="8086" y="0"/>
                  </a:moveTo>
                  <a:cubicBezTo>
                    <a:pt x="3648" y="0"/>
                    <a:pt x="1" y="3587"/>
                    <a:pt x="1" y="8086"/>
                  </a:cubicBezTo>
                  <a:cubicBezTo>
                    <a:pt x="1" y="12554"/>
                    <a:pt x="3618" y="16171"/>
                    <a:pt x="8086" y="16171"/>
                  </a:cubicBezTo>
                  <a:lnTo>
                    <a:pt x="80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4256475" y="4712575"/>
              <a:ext cx="202150" cy="404275"/>
            </a:xfrm>
            <a:custGeom>
              <a:avLst/>
              <a:gdLst/>
              <a:ahLst/>
              <a:cxnLst/>
              <a:rect l="l" t="t" r="r" b="b"/>
              <a:pathLst>
                <a:path w="8086" h="16171" extrusionOk="0">
                  <a:moveTo>
                    <a:pt x="1" y="0"/>
                  </a:moveTo>
                  <a:lnTo>
                    <a:pt x="1" y="16171"/>
                  </a:lnTo>
                  <a:cubicBezTo>
                    <a:pt x="4499" y="16171"/>
                    <a:pt x="8086" y="12554"/>
                    <a:pt x="8086" y="8086"/>
                  </a:cubicBezTo>
                  <a:cubicBezTo>
                    <a:pt x="8086" y="3587"/>
                    <a:pt x="4499"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852225" y="4712575"/>
              <a:ext cx="404275" cy="202150"/>
            </a:xfrm>
            <a:custGeom>
              <a:avLst/>
              <a:gdLst/>
              <a:ahLst/>
              <a:cxnLst/>
              <a:rect l="l" t="t" r="r" b="b"/>
              <a:pathLst>
                <a:path w="16171" h="8086" extrusionOk="0">
                  <a:moveTo>
                    <a:pt x="0" y="0"/>
                  </a:moveTo>
                  <a:cubicBezTo>
                    <a:pt x="4438" y="0"/>
                    <a:pt x="8085" y="3587"/>
                    <a:pt x="8085" y="8086"/>
                  </a:cubicBezTo>
                  <a:cubicBezTo>
                    <a:pt x="8085" y="3587"/>
                    <a:pt x="11702" y="0"/>
                    <a:pt x="161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3852225" y="4914700"/>
              <a:ext cx="404275" cy="202150"/>
            </a:xfrm>
            <a:custGeom>
              <a:avLst/>
              <a:gdLst/>
              <a:ahLst/>
              <a:cxnLst/>
              <a:rect l="l" t="t" r="r" b="b"/>
              <a:pathLst>
                <a:path w="16171" h="8086" extrusionOk="0">
                  <a:moveTo>
                    <a:pt x="8085" y="1"/>
                  </a:moveTo>
                  <a:cubicBezTo>
                    <a:pt x="8085" y="4469"/>
                    <a:pt x="4468" y="8086"/>
                    <a:pt x="0" y="8086"/>
                  </a:cubicBezTo>
                  <a:lnTo>
                    <a:pt x="16171" y="8086"/>
                  </a:lnTo>
                  <a:cubicBezTo>
                    <a:pt x="11702" y="8086"/>
                    <a:pt x="8085" y="4469"/>
                    <a:pt x="80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3852200" y="4712575"/>
              <a:ext cx="202175" cy="404275"/>
            </a:xfrm>
            <a:custGeom>
              <a:avLst/>
              <a:gdLst/>
              <a:ahLst/>
              <a:cxnLst/>
              <a:rect l="l" t="t" r="r" b="b"/>
              <a:pathLst>
                <a:path w="8087" h="16171" extrusionOk="0">
                  <a:moveTo>
                    <a:pt x="1" y="0"/>
                  </a:moveTo>
                  <a:lnTo>
                    <a:pt x="1" y="15952"/>
                  </a:lnTo>
                  <a:lnTo>
                    <a:pt x="1" y="15952"/>
                  </a:lnTo>
                  <a:cubicBezTo>
                    <a:pt x="60" y="11614"/>
                    <a:pt x="3662" y="8086"/>
                    <a:pt x="8086" y="8086"/>
                  </a:cubicBezTo>
                  <a:cubicBezTo>
                    <a:pt x="3588" y="8086"/>
                    <a:pt x="1" y="4469"/>
                    <a:pt x="1" y="0"/>
                  </a:cubicBezTo>
                  <a:close/>
                  <a:moveTo>
                    <a:pt x="1" y="15952"/>
                  </a:moveTo>
                  <a:cubicBezTo>
                    <a:pt x="0" y="16025"/>
                    <a:pt x="0" y="16098"/>
                    <a:pt x="1" y="16171"/>
                  </a:cubicBezTo>
                  <a:lnTo>
                    <a:pt x="1" y="1595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850700" y="4712575"/>
              <a:ext cx="203675" cy="202150"/>
            </a:xfrm>
            <a:custGeom>
              <a:avLst/>
              <a:gdLst/>
              <a:ahLst/>
              <a:cxnLst/>
              <a:rect l="l" t="t" r="r" b="b"/>
              <a:pathLst>
                <a:path w="8147" h="8086" extrusionOk="0">
                  <a:moveTo>
                    <a:pt x="61" y="0"/>
                  </a:moveTo>
                  <a:cubicBezTo>
                    <a:pt x="0" y="4469"/>
                    <a:pt x="3648" y="8086"/>
                    <a:pt x="8146" y="8086"/>
                  </a:cubicBezTo>
                  <a:cubicBezTo>
                    <a:pt x="8146" y="3587"/>
                    <a:pt x="4529" y="0"/>
                    <a:pt x="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3852225" y="4914700"/>
              <a:ext cx="202150" cy="202150"/>
            </a:xfrm>
            <a:custGeom>
              <a:avLst/>
              <a:gdLst/>
              <a:ahLst/>
              <a:cxnLst/>
              <a:rect l="l" t="t" r="r" b="b"/>
              <a:pathLst>
                <a:path w="8086" h="8086" extrusionOk="0">
                  <a:moveTo>
                    <a:pt x="8085" y="1"/>
                  </a:moveTo>
                  <a:cubicBezTo>
                    <a:pt x="3587" y="1"/>
                    <a:pt x="0" y="3618"/>
                    <a:pt x="0" y="8086"/>
                  </a:cubicBezTo>
                  <a:cubicBezTo>
                    <a:pt x="4438" y="8086"/>
                    <a:pt x="8085" y="4469"/>
                    <a:pt x="80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054350" y="4712575"/>
              <a:ext cx="202150" cy="404275"/>
            </a:xfrm>
            <a:custGeom>
              <a:avLst/>
              <a:gdLst/>
              <a:ahLst/>
              <a:cxnLst/>
              <a:rect l="l" t="t" r="r" b="b"/>
              <a:pathLst>
                <a:path w="8086" h="16171" extrusionOk="0">
                  <a:moveTo>
                    <a:pt x="8086" y="0"/>
                  </a:moveTo>
                  <a:cubicBezTo>
                    <a:pt x="8086" y="4469"/>
                    <a:pt x="4438" y="8086"/>
                    <a:pt x="0" y="8086"/>
                  </a:cubicBezTo>
                  <a:cubicBezTo>
                    <a:pt x="4468" y="8086"/>
                    <a:pt x="8086" y="11703"/>
                    <a:pt x="8086" y="16171"/>
                  </a:cubicBezTo>
                  <a:lnTo>
                    <a:pt x="80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4054350" y="4712575"/>
              <a:ext cx="202150" cy="202150"/>
            </a:xfrm>
            <a:custGeom>
              <a:avLst/>
              <a:gdLst/>
              <a:ahLst/>
              <a:cxnLst/>
              <a:rect l="l" t="t" r="r" b="b"/>
              <a:pathLst>
                <a:path w="8086" h="8086" extrusionOk="0">
                  <a:moveTo>
                    <a:pt x="8086" y="0"/>
                  </a:moveTo>
                  <a:cubicBezTo>
                    <a:pt x="3617" y="0"/>
                    <a:pt x="0" y="3587"/>
                    <a:pt x="0" y="8086"/>
                  </a:cubicBezTo>
                  <a:cubicBezTo>
                    <a:pt x="4468" y="8086"/>
                    <a:pt x="8086" y="4469"/>
                    <a:pt x="80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4054350" y="4914700"/>
              <a:ext cx="202150" cy="202150"/>
            </a:xfrm>
            <a:custGeom>
              <a:avLst/>
              <a:gdLst/>
              <a:ahLst/>
              <a:cxnLst/>
              <a:rect l="l" t="t" r="r" b="b"/>
              <a:pathLst>
                <a:path w="8086" h="8086" extrusionOk="0">
                  <a:moveTo>
                    <a:pt x="0" y="1"/>
                  </a:moveTo>
                  <a:cubicBezTo>
                    <a:pt x="0" y="4469"/>
                    <a:pt x="3617" y="8086"/>
                    <a:pt x="8086" y="8086"/>
                  </a:cubicBezTo>
                  <a:cubicBezTo>
                    <a:pt x="8086" y="3648"/>
                    <a:pt x="4438"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3952525" y="4610750"/>
              <a:ext cx="202150" cy="101850"/>
            </a:xfrm>
            <a:custGeom>
              <a:avLst/>
              <a:gdLst/>
              <a:ahLst/>
              <a:cxnLst/>
              <a:rect l="l" t="t" r="r" b="b"/>
              <a:pathLst>
                <a:path w="8086" h="4074" extrusionOk="0">
                  <a:moveTo>
                    <a:pt x="4073" y="0"/>
                  </a:moveTo>
                  <a:cubicBezTo>
                    <a:pt x="1824" y="0"/>
                    <a:pt x="0" y="1824"/>
                    <a:pt x="0" y="4073"/>
                  </a:cubicBezTo>
                  <a:lnTo>
                    <a:pt x="8086" y="4073"/>
                  </a:lnTo>
                  <a:cubicBezTo>
                    <a:pt x="8086" y="1824"/>
                    <a:pt x="6262" y="0"/>
                    <a:pt x="40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952525" y="5116825"/>
              <a:ext cx="203675" cy="101850"/>
            </a:xfrm>
            <a:custGeom>
              <a:avLst/>
              <a:gdLst/>
              <a:ahLst/>
              <a:cxnLst/>
              <a:rect l="l" t="t" r="r" b="b"/>
              <a:pathLst>
                <a:path w="8147" h="4074" extrusionOk="0">
                  <a:moveTo>
                    <a:pt x="31" y="1"/>
                  </a:moveTo>
                  <a:cubicBezTo>
                    <a:pt x="0" y="2250"/>
                    <a:pt x="1824" y="4074"/>
                    <a:pt x="4073" y="4074"/>
                  </a:cubicBezTo>
                  <a:cubicBezTo>
                    <a:pt x="6323" y="4074"/>
                    <a:pt x="8146" y="2250"/>
                    <a:pt x="8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3750375" y="4813625"/>
              <a:ext cx="101875" cy="202925"/>
            </a:xfrm>
            <a:custGeom>
              <a:avLst/>
              <a:gdLst/>
              <a:ahLst/>
              <a:cxnLst/>
              <a:rect l="l" t="t" r="r" b="b"/>
              <a:pathLst>
                <a:path w="4075" h="8117" extrusionOk="0">
                  <a:moveTo>
                    <a:pt x="4018" y="1"/>
                  </a:moveTo>
                  <a:cubicBezTo>
                    <a:pt x="1765" y="1"/>
                    <a:pt x="1" y="1813"/>
                    <a:pt x="1" y="4044"/>
                  </a:cubicBezTo>
                  <a:cubicBezTo>
                    <a:pt x="1" y="6262"/>
                    <a:pt x="1825" y="8117"/>
                    <a:pt x="4074" y="8117"/>
                  </a:cubicBezTo>
                  <a:lnTo>
                    <a:pt x="4074" y="1"/>
                  </a:lnTo>
                  <a:cubicBezTo>
                    <a:pt x="4055" y="1"/>
                    <a:pt x="4037" y="1"/>
                    <a:pt x="40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4255725" y="4812875"/>
              <a:ext cx="101850" cy="202200"/>
            </a:xfrm>
            <a:custGeom>
              <a:avLst/>
              <a:gdLst/>
              <a:ahLst/>
              <a:cxnLst/>
              <a:rect l="l" t="t" r="r" b="b"/>
              <a:pathLst>
                <a:path w="4074" h="8088" extrusionOk="0">
                  <a:moveTo>
                    <a:pt x="0" y="1"/>
                  </a:moveTo>
                  <a:lnTo>
                    <a:pt x="0" y="8086"/>
                  </a:lnTo>
                  <a:cubicBezTo>
                    <a:pt x="37" y="8087"/>
                    <a:pt x="73" y="8087"/>
                    <a:pt x="109" y="8087"/>
                  </a:cubicBezTo>
                  <a:cubicBezTo>
                    <a:pt x="2337" y="8087"/>
                    <a:pt x="4073" y="6257"/>
                    <a:pt x="4073" y="4074"/>
                  </a:cubicBezTo>
                  <a:cubicBezTo>
                    <a:pt x="4073" y="1824"/>
                    <a:pt x="2249"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3952525" y="4812875"/>
              <a:ext cx="203675" cy="202925"/>
            </a:xfrm>
            <a:custGeom>
              <a:avLst/>
              <a:gdLst/>
              <a:ahLst/>
              <a:cxnLst/>
              <a:rect l="l" t="t" r="r" b="b"/>
              <a:pathLst>
                <a:path w="8147" h="8117" extrusionOk="0">
                  <a:moveTo>
                    <a:pt x="4073" y="1"/>
                  </a:moveTo>
                  <a:cubicBezTo>
                    <a:pt x="1824" y="1"/>
                    <a:pt x="0" y="1824"/>
                    <a:pt x="0" y="4074"/>
                  </a:cubicBezTo>
                  <a:cubicBezTo>
                    <a:pt x="0" y="6323"/>
                    <a:pt x="1824" y="8116"/>
                    <a:pt x="4073" y="8116"/>
                  </a:cubicBezTo>
                  <a:cubicBezTo>
                    <a:pt x="6323" y="8116"/>
                    <a:pt x="8146" y="6323"/>
                    <a:pt x="8146" y="4074"/>
                  </a:cubicBezTo>
                  <a:cubicBezTo>
                    <a:pt x="8146" y="1824"/>
                    <a:pt x="6323" y="1"/>
                    <a:pt x="4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4003425" y="4864550"/>
              <a:ext cx="101100" cy="100325"/>
            </a:xfrm>
            <a:custGeom>
              <a:avLst/>
              <a:gdLst/>
              <a:ahLst/>
              <a:cxnLst/>
              <a:rect l="l" t="t" r="r" b="b"/>
              <a:pathLst>
                <a:path w="4044" h="4013" extrusionOk="0">
                  <a:moveTo>
                    <a:pt x="2037" y="0"/>
                  </a:moveTo>
                  <a:cubicBezTo>
                    <a:pt x="943" y="0"/>
                    <a:pt x="1" y="912"/>
                    <a:pt x="1" y="2007"/>
                  </a:cubicBezTo>
                  <a:cubicBezTo>
                    <a:pt x="1" y="3101"/>
                    <a:pt x="913" y="4013"/>
                    <a:pt x="2037" y="4013"/>
                  </a:cubicBezTo>
                  <a:cubicBezTo>
                    <a:pt x="3132" y="4013"/>
                    <a:pt x="4043" y="3131"/>
                    <a:pt x="4043" y="2007"/>
                  </a:cubicBezTo>
                  <a:cubicBezTo>
                    <a:pt x="4043" y="912"/>
                    <a:pt x="3132" y="0"/>
                    <a:pt x="20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 name="Google Shape;68;p2"/>
          <p:cNvSpPr txBox="1">
            <a:spLocks noGrp="1"/>
          </p:cNvSpPr>
          <p:nvPr>
            <p:ph type="subTitle" idx="1"/>
          </p:nvPr>
        </p:nvSpPr>
        <p:spPr>
          <a:xfrm>
            <a:off x="2254950" y="3240084"/>
            <a:ext cx="4634100" cy="54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600"/>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69" name="Google Shape;69;p2"/>
          <p:cNvGrpSpPr/>
          <p:nvPr/>
        </p:nvGrpSpPr>
        <p:grpSpPr>
          <a:xfrm>
            <a:off x="-11692" y="-1045185"/>
            <a:ext cx="917517" cy="6539536"/>
            <a:chOff x="-11692" y="-1045185"/>
            <a:chExt cx="917517" cy="6539536"/>
          </a:xfrm>
        </p:grpSpPr>
        <p:sp>
          <p:nvSpPr>
            <p:cNvPr id="70" name="Google Shape;70;p2"/>
            <p:cNvSpPr/>
            <p:nvPr/>
          </p:nvSpPr>
          <p:spPr>
            <a:xfrm>
              <a:off x="-11692" y="5489118"/>
              <a:ext cx="29" cy="5233"/>
            </a:xfrm>
            <a:custGeom>
              <a:avLst/>
              <a:gdLst/>
              <a:ahLst/>
              <a:cxnLst/>
              <a:rect l="l" t="t" r="r" b="b"/>
              <a:pathLst>
                <a:path w="1" h="183" extrusionOk="0">
                  <a:moveTo>
                    <a:pt x="0" y="0"/>
                  </a:moveTo>
                  <a:lnTo>
                    <a:pt x="0" y="183"/>
                  </a:lnTo>
                  <a:lnTo>
                    <a:pt x="0" y="183"/>
                  </a:lnTo>
                  <a:cubicBezTo>
                    <a:pt x="0" y="114"/>
                    <a:pt x="0" y="69"/>
                    <a:pt x="0" y="0"/>
                  </a:cubicBezTo>
                  <a:close/>
                </a:path>
              </a:pathLst>
            </a:custGeom>
            <a:solidFill>
              <a:srgbClr val="00A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1692" y="4305121"/>
              <a:ext cx="594604" cy="594604"/>
            </a:xfrm>
            <a:custGeom>
              <a:avLst/>
              <a:gdLst/>
              <a:ahLst/>
              <a:cxnLst/>
              <a:rect l="l" t="t" r="r" b="b"/>
              <a:pathLst>
                <a:path w="20794" h="20794" extrusionOk="0">
                  <a:moveTo>
                    <a:pt x="0" y="0"/>
                  </a:moveTo>
                  <a:lnTo>
                    <a:pt x="0" y="20794"/>
                  </a:lnTo>
                  <a:lnTo>
                    <a:pt x="20794" y="20794"/>
                  </a:lnTo>
                  <a:lnTo>
                    <a:pt x="207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692" y="4305121"/>
              <a:ext cx="594604" cy="594604"/>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59967" y="4476780"/>
              <a:ext cx="250664" cy="250664"/>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692" y="4899707"/>
              <a:ext cx="594604" cy="594633"/>
            </a:xfrm>
            <a:custGeom>
              <a:avLst/>
              <a:gdLst/>
              <a:ahLst/>
              <a:cxnLst/>
              <a:rect l="l" t="t" r="r" b="b"/>
              <a:pathLst>
                <a:path w="20794" h="20795" extrusionOk="0">
                  <a:moveTo>
                    <a:pt x="0"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1692" y="4899707"/>
              <a:ext cx="296988" cy="297016"/>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1692" y="4899707"/>
              <a:ext cx="594604" cy="594633"/>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271575" y="5183003"/>
              <a:ext cx="311342" cy="311342"/>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rot="10800000">
              <a:off x="-11679" y="1316270"/>
              <a:ext cx="594604" cy="610980"/>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rot="10800000">
              <a:off x="-11679" y="1328175"/>
              <a:ext cx="594604" cy="599075"/>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rot="10800000">
              <a:off x="160599" y="1504917"/>
              <a:ext cx="250670" cy="250670"/>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rot="10800000">
              <a:off x="-11679" y="738023"/>
              <a:ext cx="594604" cy="593177"/>
            </a:xfrm>
            <a:custGeom>
              <a:avLst/>
              <a:gdLst/>
              <a:ahLst/>
              <a:cxnLst/>
              <a:rect l="l" t="t" r="r" b="b"/>
              <a:pathLst>
                <a:path w="20794" h="20795" extrusionOk="0">
                  <a:moveTo>
                    <a:pt x="0"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rot="10800000">
              <a:off x="285937" y="1035617"/>
              <a:ext cx="296988" cy="296133"/>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rot="10800000">
              <a:off x="-11692" y="738011"/>
              <a:ext cx="594620" cy="594649"/>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rot="10800000">
              <a:off x="-11690" y="738014"/>
              <a:ext cx="311351" cy="311351"/>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rot="10800000">
              <a:off x="582899" y="738016"/>
              <a:ext cx="29" cy="5233"/>
            </a:xfrm>
            <a:custGeom>
              <a:avLst/>
              <a:gdLst/>
              <a:ahLst/>
              <a:cxnLst/>
              <a:rect l="l" t="t" r="r" b="b"/>
              <a:pathLst>
                <a:path w="1" h="183" extrusionOk="0">
                  <a:moveTo>
                    <a:pt x="0" y="0"/>
                  </a:moveTo>
                  <a:lnTo>
                    <a:pt x="0" y="183"/>
                  </a:lnTo>
                  <a:lnTo>
                    <a:pt x="0" y="183"/>
                  </a:lnTo>
                  <a:cubicBezTo>
                    <a:pt x="0" y="114"/>
                    <a:pt x="0" y="69"/>
                    <a:pt x="0" y="0"/>
                  </a:cubicBezTo>
                  <a:close/>
                </a:path>
              </a:pathLst>
            </a:custGeom>
            <a:solidFill>
              <a:srgbClr val="00A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rot="10800000">
              <a:off x="-11679" y="139102"/>
              <a:ext cx="594604" cy="603523"/>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rot="10800000">
              <a:off x="-11692" y="143396"/>
              <a:ext cx="594620" cy="594649"/>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rot="10800000">
              <a:off x="-11692" y="143396"/>
              <a:ext cx="594620" cy="594649"/>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rot="10800000">
              <a:off x="-11689" y="3710477"/>
              <a:ext cx="594625" cy="594075"/>
            </a:xfrm>
            <a:custGeom>
              <a:avLst/>
              <a:gdLst/>
              <a:ahLst/>
              <a:cxnLst/>
              <a:rect l="l" t="t" r="r" b="b"/>
              <a:pathLst>
                <a:path w="23785" h="23763" extrusionOk="0">
                  <a:moveTo>
                    <a:pt x="1" y="1"/>
                  </a:moveTo>
                  <a:lnTo>
                    <a:pt x="1" y="23762"/>
                  </a:lnTo>
                  <a:lnTo>
                    <a:pt x="23785" y="23762"/>
                  </a:lnTo>
                  <a:lnTo>
                    <a:pt x="237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rot="10800000">
              <a:off x="-11689" y="3115902"/>
              <a:ext cx="594625" cy="594600"/>
            </a:xfrm>
            <a:custGeom>
              <a:avLst/>
              <a:gdLst/>
              <a:ahLst/>
              <a:cxnLst/>
              <a:rect l="l" t="t" r="r" b="b"/>
              <a:pathLst>
                <a:path w="23785" h="23784" extrusionOk="0">
                  <a:moveTo>
                    <a:pt x="1" y="0"/>
                  </a:moveTo>
                  <a:lnTo>
                    <a:pt x="1" y="23784"/>
                  </a:lnTo>
                  <a:lnTo>
                    <a:pt x="23785" y="23784"/>
                  </a:lnTo>
                  <a:lnTo>
                    <a:pt x="23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rot="10800000">
              <a:off x="-11689" y="3551852"/>
              <a:ext cx="594625" cy="158650"/>
            </a:xfrm>
            <a:custGeom>
              <a:avLst/>
              <a:gdLst/>
              <a:ahLst/>
              <a:cxnLst/>
              <a:rect l="l" t="t" r="r" b="b"/>
              <a:pathLst>
                <a:path w="23785" h="6346" extrusionOk="0">
                  <a:moveTo>
                    <a:pt x="1" y="0"/>
                  </a:moveTo>
                  <a:cubicBezTo>
                    <a:pt x="1" y="0"/>
                    <a:pt x="5319" y="6345"/>
                    <a:pt x="11893" y="6345"/>
                  </a:cubicBezTo>
                  <a:cubicBezTo>
                    <a:pt x="18466" y="6345"/>
                    <a:pt x="23785" y="0"/>
                    <a:pt x="2378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rot="10800000">
              <a:off x="-11689" y="3710477"/>
              <a:ext cx="594625" cy="158675"/>
            </a:xfrm>
            <a:custGeom>
              <a:avLst/>
              <a:gdLst/>
              <a:ahLst/>
              <a:cxnLst/>
              <a:rect l="l" t="t" r="r" b="b"/>
              <a:pathLst>
                <a:path w="23785" h="6347" extrusionOk="0">
                  <a:moveTo>
                    <a:pt x="11893" y="1"/>
                  </a:moveTo>
                  <a:cubicBezTo>
                    <a:pt x="5319" y="1"/>
                    <a:pt x="1" y="6346"/>
                    <a:pt x="1" y="6346"/>
                  </a:cubicBezTo>
                  <a:lnTo>
                    <a:pt x="23785" y="6346"/>
                  </a:lnTo>
                  <a:cubicBezTo>
                    <a:pt x="23785" y="6346"/>
                    <a:pt x="18466" y="1"/>
                    <a:pt x="118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rot="10800000">
              <a:off x="260486" y="3982677"/>
              <a:ext cx="322450" cy="322425"/>
            </a:xfrm>
            <a:custGeom>
              <a:avLst/>
              <a:gdLst/>
              <a:ahLst/>
              <a:cxnLst/>
              <a:rect l="l" t="t" r="r" b="b"/>
              <a:pathLst>
                <a:path w="12898" h="12897" extrusionOk="0">
                  <a:moveTo>
                    <a:pt x="1" y="0"/>
                  </a:moveTo>
                  <a:lnTo>
                    <a:pt x="1" y="12896"/>
                  </a:lnTo>
                  <a:lnTo>
                    <a:pt x="128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rot="10800000">
              <a:off x="260486" y="3115902"/>
              <a:ext cx="322450" cy="322425"/>
            </a:xfrm>
            <a:custGeom>
              <a:avLst/>
              <a:gdLst/>
              <a:ahLst/>
              <a:cxnLst/>
              <a:rect l="l" t="t" r="r" b="b"/>
              <a:pathLst>
                <a:path w="12898" h="12897" extrusionOk="0">
                  <a:moveTo>
                    <a:pt x="1" y="1"/>
                  </a:moveTo>
                  <a:lnTo>
                    <a:pt x="1" y="12897"/>
                  </a:lnTo>
                  <a:lnTo>
                    <a:pt x="12897" y="12897"/>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rot="10800000">
              <a:off x="-11689" y="1927277"/>
              <a:ext cx="594625" cy="594050"/>
            </a:xfrm>
            <a:custGeom>
              <a:avLst/>
              <a:gdLst/>
              <a:ahLst/>
              <a:cxnLst/>
              <a:rect l="l" t="t" r="r" b="b"/>
              <a:pathLst>
                <a:path w="23785" h="23762" extrusionOk="0">
                  <a:moveTo>
                    <a:pt x="1" y="1"/>
                  </a:moveTo>
                  <a:lnTo>
                    <a:pt x="1" y="23762"/>
                  </a:lnTo>
                  <a:lnTo>
                    <a:pt x="23785" y="23762"/>
                  </a:lnTo>
                  <a:lnTo>
                    <a:pt x="2378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rot="10800000">
              <a:off x="-11689" y="2521877"/>
              <a:ext cx="594625" cy="594050"/>
            </a:xfrm>
            <a:custGeom>
              <a:avLst/>
              <a:gdLst/>
              <a:ahLst/>
              <a:cxnLst/>
              <a:rect l="l" t="t" r="r" b="b"/>
              <a:pathLst>
                <a:path w="23785" h="23762" extrusionOk="0">
                  <a:moveTo>
                    <a:pt x="1" y="1"/>
                  </a:moveTo>
                  <a:lnTo>
                    <a:pt x="1" y="23762"/>
                  </a:lnTo>
                  <a:lnTo>
                    <a:pt x="23785" y="23762"/>
                  </a:lnTo>
                  <a:lnTo>
                    <a:pt x="237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rot="10800000">
              <a:off x="-11689" y="1927277"/>
              <a:ext cx="594625" cy="1188650"/>
            </a:xfrm>
            <a:custGeom>
              <a:avLst/>
              <a:gdLst/>
              <a:ahLst/>
              <a:cxnLst/>
              <a:rect l="l" t="t" r="r" b="b"/>
              <a:pathLst>
                <a:path w="23785" h="47546" extrusionOk="0">
                  <a:moveTo>
                    <a:pt x="23785" y="1"/>
                  </a:moveTo>
                  <a:lnTo>
                    <a:pt x="1" y="23762"/>
                  </a:lnTo>
                  <a:lnTo>
                    <a:pt x="23785" y="47546"/>
                  </a:lnTo>
                  <a:lnTo>
                    <a:pt x="237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rot="10800000">
              <a:off x="-11689" y="2213727"/>
              <a:ext cx="308150" cy="615725"/>
            </a:xfrm>
            <a:custGeom>
              <a:avLst/>
              <a:gdLst/>
              <a:ahLst/>
              <a:cxnLst/>
              <a:rect l="l" t="t" r="r" b="b"/>
              <a:pathLst>
                <a:path w="12326" h="24629" extrusionOk="0">
                  <a:moveTo>
                    <a:pt x="12326" y="0"/>
                  </a:moveTo>
                  <a:lnTo>
                    <a:pt x="0" y="12303"/>
                  </a:lnTo>
                  <a:lnTo>
                    <a:pt x="12326" y="24629"/>
                  </a:lnTo>
                  <a:lnTo>
                    <a:pt x="123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rot="10800000">
              <a:off x="-11689" y="2213727"/>
              <a:ext cx="308150" cy="308175"/>
            </a:xfrm>
            <a:custGeom>
              <a:avLst/>
              <a:gdLst/>
              <a:ahLst/>
              <a:cxnLst/>
              <a:rect l="l" t="t" r="r" b="b"/>
              <a:pathLst>
                <a:path w="12326" h="12327" extrusionOk="0">
                  <a:moveTo>
                    <a:pt x="0" y="1"/>
                  </a:moveTo>
                  <a:lnTo>
                    <a:pt x="12326" y="12327"/>
                  </a:lnTo>
                  <a:lnTo>
                    <a:pt x="12326" y="1"/>
                  </a:lnTo>
                  <a:close/>
                </a:path>
              </a:pathLst>
            </a:custGeom>
            <a:solidFill>
              <a:srgbClr val="FF00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rot="10800000">
              <a:off x="-11689" y="2213727"/>
              <a:ext cx="308150" cy="308175"/>
            </a:xfrm>
            <a:custGeom>
              <a:avLst/>
              <a:gdLst/>
              <a:ahLst/>
              <a:cxnLst/>
              <a:rect l="l" t="t" r="r" b="b"/>
              <a:pathLst>
                <a:path w="12326" h="12327" extrusionOk="0">
                  <a:moveTo>
                    <a:pt x="0" y="1"/>
                  </a:moveTo>
                  <a:lnTo>
                    <a:pt x="12326" y="12327"/>
                  </a:lnTo>
                  <a:lnTo>
                    <a:pt x="1232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11689" y="-450585"/>
              <a:ext cx="594625" cy="594050"/>
            </a:xfrm>
            <a:custGeom>
              <a:avLst/>
              <a:gdLst/>
              <a:ahLst/>
              <a:cxnLst/>
              <a:rect l="l" t="t" r="r" b="b"/>
              <a:pathLst>
                <a:path w="23785" h="23762" extrusionOk="0">
                  <a:moveTo>
                    <a:pt x="1" y="1"/>
                  </a:moveTo>
                  <a:lnTo>
                    <a:pt x="1" y="23762"/>
                  </a:lnTo>
                  <a:lnTo>
                    <a:pt x="23785" y="23762"/>
                  </a:lnTo>
                  <a:lnTo>
                    <a:pt x="2378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11689" y="-1045185"/>
              <a:ext cx="594625" cy="1188650"/>
            </a:xfrm>
            <a:custGeom>
              <a:avLst/>
              <a:gdLst/>
              <a:ahLst/>
              <a:cxnLst/>
              <a:rect l="l" t="t" r="r" b="b"/>
              <a:pathLst>
                <a:path w="23785" h="47546" extrusionOk="0">
                  <a:moveTo>
                    <a:pt x="23785" y="1"/>
                  </a:moveTo>
                  <a:lnTo>
                    <a:pt x="1" y="23762"/>
                  </a:lnTo>
                  <a:lnTo>
                    <a:pt x="23785" y="47546"/>
                  </a:lnTo>
                  <a:lnTo>
                    <a:pt x="237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rot="10800000">
              <a:off x="577084" y="-77141"/>
              <a:ext cx="328741" cy="728414"/>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rot="10800000">
              <a:off x="577096" y="-2704"/>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rot="10800000">
              <a:off x="618196" y="-2704"/>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rot="10800000">
              <a:off x="686096" y="368221"/>
              <a:ext cx="101600" cy="102175"/>
            </a:xfrm>
            <a:custGeom>
              <a:avLst/>
              <a:gdLst/>
              <a:ahLst/>
              <a:cxnLst/>
              <a:rect l="l" t="t" r="r" b="b"/>
              <a:pathLst>
                <a:path w="4064" h="4087" extrusionOk="0">
                  <a:moveTo>
                    <a:pt x="2032" y="1"/>
                  </a:moveTo>
                  <a:cubicBezTo>
                    <a:pt x="914" y="1"/>
                    <a:pt x="1" y="914"/>
                    <a:pt x="1" y="2055"/>
                  </a:cubicBezTo>
                  <a:cubicBezTo>
                    <a:pt x="1" y="3174"/>
                    <a:pt x="914" y="4087"/>
                    <a:pt x="2032" y="4087"/>
                  </a:cubicBezTo>
                  <a:cubicBezTo>
                    <a:pt x="3151" y="4087"/>
                    <a:pt x="4064" y="3174"/>
                    <a:pt x="4064" y="2055"/>
                  </a:cubicBezTo>
                  <a:cubicBezTo>
                    <a:pt x="4064" y="914"/>
                    <a:pt x="3151" y="1"/>
                    <a:pt x="2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rot="10800000">
              <a:off x="577038" y="4023682"/>
              <a:ext cx="328787" cy="1316293"/>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rot="10800000">
              <a:off x="577096" y="4742730"/>
              <a:ext cx="328725" cy="595175"/>
            </a:xfrm>
            <a:custGeom>
              <a:avLst/>
              <a:gdLst/>
              <a:ahLst/>
              <a:cxnLst/>
              <a:rect l="l" t="t" r="r" b="b"/>
              <a:pathLst>
                <a:path w="13149" h="23807"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rot="10800000">
              <a:off x="618196" y="4742730"/>
              <a:ext cx="246525" cy="296750"/>
            </a:xfrm>
            <a:custGeom>
              <a:avLst/>
              <a:gdLst/>
              <a:ahLst/>
              <a:cxnLst/>
              <a:rect l="l" t="t" r="r" b="b"/>
              <a:pathLst>
                <a:path w="9861" h="11870"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rot="10800000">
              <a:off x="577096" y="407850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rot="10800000">
              <a:off x="618196" y="4078505"/>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rot="10800000">
              <a:off x="686096" y="4449405"/>
              <a:ext cx="101600" cy="102175"/>
            </a:xfrm>
            <a:custGeom>
              <a:avLst/>
              <a:gdLst/>
              <a:ahLst/>
              <a:cxnLst/>
              <a:rect l="l" t="t" r="r" b="b"/>
              <a:pathLst>
                <a:path w="4064" h="4087" extrusionOk="0">
                  <a:moveTo>
                    <a:pt x="2032" y="0"/>
                  </a:moveTo>
                  <a:cubicBezTo>
                    <a:pt x="914" y="0"/>
                    <a:pt x="1" y="913"/>
                    <a:pt x="1" y="2055"/>
                  </a:cubicBezTo>
                  <a:cubicBezTo>
                    <a:pt x="1" y="3173"/>
                    <a:pt x="914" y="4086"/>
                    <a:pt x="2032" y="4086"/>
                  </a:cubicBezTo>
                  <a:cubicBezTo>
                    <a:pt x="3151" y="4086"/>
                    <a:pt x="4064" y="3173"/>
                    <a:pt x="4064" y="2055"/>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rot="10800000">
              <a:off x="687796" y="4891080"/>
              <a:ext cx="101600" cy="102175"/>
            </a:xfrm>
            <a:custGeom>
              <a:avLst/>
              <a:gdLst/>
              <a:ahLst/>
              <a:cxnLst/>
              <a:rect l="l" t="t" r="r" b="b"/>
              <a:pathLst>
                <a:path w="4064" h="4087" extrusionOk="0">
                  <a:moveTo>
                    <a:pt x="2032" y="1"/>
                  </a:moveTo>
                  <a:cubicBezTo>
                    <a:pt x="913" y="1"/>
                    <a:pt x="0" y="914"/>
                    <a:pt x="0" y="2055"/>
                  </a:cubicBezTo>
                  <a:cubicBezTo>
                    <a:pt x="0" y="3173"/>
                    <a:pt x="913" y="4086"/>
                    <a:pt x="2032" y="4086"/>
                  </a:cubicBezTo>
                  <a:cubicBezTo>
                    <a:pt x="3150" y="4086"/>
                    <a:pt x="4063" y="3173"/>
                    <a:pt x="4063" y="2055"/>
                  </a:cubicBezTo>
                  <a:cubicBezTo>
                    <a:pt x="4063" y="914"/>
                    <a:pt x="3173" y="1"/>
                    <a:pt x="2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rot="10800000">
              <a:off x="577080" y="645407"/>
              <a:ext cx="328741" cy="3384306"/>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rot="10800000">
              <a:off x="577096" y="3375738"/>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rot="10800000">
              <a:off x="577096" y="2704688"/>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rot="10800000">
              <a:off x="618196" y="3375738"/>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rot="10800000">
              <a:off x="618196" y="2704688"/>
              <a:ext cx="246525" cy="296750"/>
            </a:xfrm>
            <a:custGeom>
              <a:avLst/>
              <a:gdLst/>
              <a:ahLst/>
              <a:cxnLst/>
              <a:rect l="l" t="t" r="r" b="b"/>
              <a:pathLst>
                <a:path w="9861" h="11870" extrusionOk="0">
                  <a:moveTo>
                    <a:pt x="0" y="0"/>
                  </a:moveTo>
                  <a:cubicBezTo>
                    <a:pt x="23" y="4292"/>
                    <a:pt x="1667" y="8583"/>
                    <a:pt x="4931" y="11869"/>
                  </a:cubicBezTo>
                  <a:cubicBezTo>
                    <a:pt x="8217" y="8583"/>
                    <a:pt x="9861" y="4292"/>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rot="10800000">
              <a:off x="686096" y="3746663"/>
              <a:ext cx="101600" cy="102175"/>
            </a:xfrm>
            <a:custGeom>
              <a:avLst/>
              <a:gdLst/>
              <a:ahLst/>
              <a:cxnLst/>
              <a:rect l="l" t="t" r="r" b="b"/>
              <a:pathLst>
                <a:path w="4064" h="4087" extrusionOk="0">
                  <a:moveTo>
                    <a:pt x="2032" y="1"/>
                  </a:moveTo>
                  <a:cubicBezTo>
                    <a:pt x="914" y="1"/>
                    <a:pt x="1" y="914"/>
                    <a:pt x="1" y="2055"/>
                  </a:cubicBezTo>
                  <a:cubicBezTo>
                    <a:pt x="1" y="3174"/>
                    <a:pt x="914" y="4087"/>
                    <a:pt x="2032" y="4087"/>
                  </a:cubicBezTo>
                  <a:cubicBezTo>
                    <a:pt x="3151" y="4087"/>
                    <a:pt x="4064" y="3174"/>
                    <a:pt x="4064" y="2055"/>
                  </a:cubicBezTo>
                  <a:cubicBezTo>
                    <a:pt x="4064" y="914"/>
                    <a:pt x="3151" y="1"/>
                    <a:pt x="2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rot="10800000">
              <a:off x="687796" y="2853063"/>
              <a:ext cx="101600" cy="101575"/>
            </a:xfrm>
            <a:custGeom>
              <a:avLst/>
              <a:gdLst/>
              <a:ahLst/>
              <a:cxnLst/>
              <a:rect l="l" t="t" r="r" b="b"/>
              <a:pathLst>
                <a:path w="4064" h="4063" extrusionOk="0">
                  <a:moveTo>
                    <a:pt x="2032" y="0"/>
                  </a:moveTo>
                  <a:cubicBezTo>
                    <a:pt x="913" y="0"/>
                    <a:pt x="0" y="890"/>
                    <a:pt x="0" y="2031"/>
                  </a:cubicBezTo>
                  <a:cubicBezTo>
                    <a:pt x="0" y="3150"/>
                    <a:pt x="913" y="4063"/>
                    <a:pt x="2032" y="4063"/>
                  </a:cubicBezTo>
                  <a:cubicBezTo>
                    <a:pt x="3150" y="4063"/>
                    <a:pt x="4063" y="3150"/>
                    <a:pt x="4063" y="2031"/>
                  </a:cubicBezTo>
                  <a:cubicBezTo>
                    <a:pt x="4063" y="890"/>
                    <a:pt x="3173" y="0"/>
                    <a:pt x="20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rot="10800000">
              <a:off x="577096" y="2035338"/>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rot="10800000">
              <a:off x="577096" y="1364288"/>
              <a:ext cx="328725" cy="595175"/>
            </a:xfrm>
            <a:custGeom>
              <a:avLst/>
              <a:gdLst/>
              <a:ahLst/>
              <a:cxnLst/>
              <a:rect l="l" t="t" r="r" b="b"/>
              <a:pathLst>
                <a:path w="13149" h="23807"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rot="10800000">
              <a:off x="618196" y="2035338"/>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rot="10800000">
              <a:off x="618196" y="1364288"/>
              <a:ext cx="246525" cy="296750"/>
            </a:xfrm>
            <a:custGeom>
              <a:avLst/>
              <a:gdLst/>
              <a:ahLst/>
              <a:cxnLst/>
              <a:rect l="l" t="t" r="r" b="b"/>
              <a:pathLst>
                <a:path w="9861" h="11870"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rot="10800000">
              <a:off x="686096" y="2406238"/>
              <a:ext cx="101600" cy="102175"/>
            </a:xfrm>
            <a:custGeom>
              <a:avLst/>
              <a:gdLst/>
              <a:ahLst/>
              <a:cxnLst/>
              <a:rect l="l" t="t" r="r" b="b"/>
              <a:pathLst>
                <a:path w="4064" h="4087" extrusionOk="0">
                  <a:moveTo>
                    <a:pt x="2032" y="0"/>
                  </a:moveTo>
                  <a:cubicBezTo>
                    <a:pt x="914" y="0"/>
                    <a:pt x="1" y="913"/>
                    <a:pt x="1" y="2032"/>
                  </a:cubicBezTo>
                  <a:cubicBezTo>
                    <a:pt x="1" y="3173"/>
                    <a:pt x="914" y="4086"/>
                    <a:pt x="2032" y="4086"/>
                  </a:cubicBezTo>
                  <a:cubicBezTo>
                    <a:pt x="3151" y="4086"/>
                    <a:pt x="4064" y="3173"/>
                    <a:pt x="4064" y="2032"/>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rot="10800000">
              <a:off x="577096" y="700063"/>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rot="10800000">
              <a:off x="618196" y="700063"/>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rot="10800000">
              <a:off x="686096" y="1070963"/>
              <a:ext cx="101600" cy="102175"/>
            </a:xfrm>
            <a:custGeom>
              <a:avLst/>
              <a:gdLst/>
              <a:ahLst/>
              <a:cxnLst/>
              <a:rect l="l" t="t" r="r" b="b"/>
              <a:pathLst>
                <a:path w="4064" h="4087" extrusionOk="0">
                  <a:moveTo>
                    <a:pt x="2032" y="0"/>
                  </a:moveTo>
                  <a:cubicBezTo>
                    <a:pt x="914" y="0"/>
                    <a:pt x="1" y="913"/>
                    <a:pt x="1" y="2055"/>
                  </a:cubicBezTo>
                  <a:cubicBezTo>
                    <a:pt x="1" y="3173"/>
                    <a:pt x="914" y="4086"/>
                    <a:pt x="2032" y="4086"/>
                  </a:cubicBezTo>
                  <a:cubicBezTo>
                    <a:pt x="3151" y="4086"/>
                    <a:pt x="4064" y="3173"/>
                    <a:pt x="4064" y="2055"/>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rot="10800000">
              <a:off x="687796" y="1512638"/>
              <a:ext cx="101600" cy="102175"/>
            </a:xfrm>
            <a:custGeom>
              <a:avLst/>
              <a:gdLst/>
              <a:ahLst/>
              <a:cxnLst/>
              <a:rect l="l" t="t" r="r" b="b"/>
              <a:pathLst>
                <a:path w="4064" h="4087" extrusionOk="0">
                  <a:moveTo>
                    <a:pt x="2032" y="1"/>
                  </a:moveTo>
                  <a:cubicBezTo>
                    <a:pt x="913" y="1"/>
                    <a:pt x="0" y="914"/>
                    <a:pt x="0" y="2055"/>
                  </a:cubicBezTo>
                  <a:cubicBezTo>
                    <a:pt x="0" y="3173"/>
                    <a:pt x="913" y="4086"/>
                    <a:pt x="2032" y="4086"/>
                  </a:cubicBezTo>
                  <a:cubicBezTo>
                    <a:pt x="3150" y="4086"/>
                    <a:pt x="4063" y="3173"/>
                    <a:pt x="4063" y="2055"/>
                  </a:cubicBezTo>
                  <a:cubicBezTo>
                    <a:pt x="4063" y="914"/>
                    <a:pt x="3173" y="1"/>
                    <a:pt x="2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2"/>
          <p:cNvGrpSpPr/>
          <p:nvPr/>
        </p:nvGrpSpPr>
        <p:grpSpPr>
          <a:xfrm flipH="1">
            <a:off x="8239983" y="-1045185"/>
            <a:ext cx="917517" cy="6539536"/>
            <a:chOff x="-11692" y="-1045185"/>
            <a:chExt cx="917517" cy="6539536"/>
          </a:xfrm>
        </p:grpSpPr>
        <p:sp>
          <p:nvSpPr>
            <p:cNvPr id="131" name="Google Shape;131;p2"/>
            <p:cNvSpPr/>
            <p:nvPr/>
          </p:nvSpPr>
          <p:spPr>
            <a:xfrm>
              <a:off x="-11692" y="5489118"/>
              <a:ext cx="29" cy="5233"/>
            </a:xfrm>
            <a:custGeom>
              <a:avLst/>
              <a:gdLst/>
              <a:ahLst/>
              <a:cxnLst/>
              <a:rect l="l" t="t" r="r" b="b"/>
              <a:pathLst>
                <a:path w="1" h="183" extrusionOk="0">
                  <a:moveTo>
                    <a:pt x="0" y="0"/>
                  </a:moveTo>
                  <a:lnTo>
                    <a:pt x="0" y="183"/>
                  </a:lnTo>
                  <a:lnTo>
                    <a:pt x="0" y="183"/>
                  </a:lnTo>
                  <a:cubicBezTo>
                    <a:pt x="0" y="114"/>
                    <a:pt x="0" y="69"/>
                    <a:pt x="0" y="0"/>
                  </a:cubicBezTo>
                  <a:close/>
                </a:path>
              </a:pathLst>
            </a:custGeom>
            <a:solidFill>
              <a:srgbClr val="00A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1692" y="4305121"/>
              <a:ext cx="594604" cy="594604"/>
            </a:xfrm>
            <a:custGeom>
              <a:avLst/>
              <a:gdLst/>
              <a:ahLst/>
              <a:cxnLst/>
              <a:rect l="l" t="t" r="r" b="b"/>
              <a:pathLst>
                <a:path w="20794" h="20794" extrusionOk="0">
                  <a:moveTo>
                    <a:pt x="0" y="0"/>
                  </a:moveTo>
                  <a:lnTo>
                    <a:pt x="0" y="20794"/>
                  </a:lnTo>
                  <a:lnTo>
                    <a:pt x="20794" y="20794"/>
                  </a:lnTo>
                  <a:lnTo>
                    <a:pt x="207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1692" y="4305121"/>
              <a:ext cx="594604" cy="594604"/>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59967" y="4476780"/>
              <a:ext cx="250664" cy="250664"/>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1692" y="4899707"/>
              <a:ext cx="594604" cy="594633"/>
            </a:xfrm>
            <a:custGeom>
              <a:avLst/>
              <a:gdLst/>
              <a:ahLst/>
              <a:cxnLst/>
              <a:rect l="l" t="t" r="r" b="b"/>
              <a:pathLst>
                <a:path w="20794" h="20795" extrusionOk="0">
                  <a:moveTo>
                    <a:pt x="0"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1692" y="4899707"/>
              <a:ext cx="296988" cy="297016"/>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1692" y="4899707"/>
              <a:ext cx="594604" cy="594633"/>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271575" y="5183003"/>
              <a:ext cx="311342" cy="311342"/>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rot="10800000">
              <a:off x="-11679" y="1328175"/>
              <a:ext cx="594604" cy="599075"/>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rot="10800000">
              <a:off x="-11679" y="1328175"/>
              <a:ext cx="594604" cy="599075"/>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rot="10800000">
              <a:off x="160605" y="1504923"/>
              <a:ext cx="250664" cy="250664"/>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rot="10800000">
              <a:off x="-11679" y="738023"/>
              <a:ext cx="594604" cy="593177"/>
            </a:xfrm>
            <a:custGeom>
              <a:avLst/>
              <a:gdLst/>
              <a:ahLst/>
              <a:cxnLst/>
              <a:rect l="l" t="t" r="r" b="b"/>
              <a:pathLst>
                <a:path w="20794" h="20795" extrusionOk="0">
                  <a:moveTo>
                    <a:pt x="0"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rot="10800000">
              <a:off x="285940" y="1035643"/>
              <a:ext cx="296988" cy="297016"/>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rot="10800000">
              <a:off x="-11677" y="738027"/>
              <a:ext cx="594604" cy="594633"/>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rot="10800000">
              <a:off x="-11682" y="738022"/>
              <a:ext cx="311342" cy="311342"/>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rot="10800000">
              <a:off x="582899" y="738016"/>
              <a:ext cx="29" cy="5233"/>
            </a:xfrm>
            <a:custGeom>
              <a:avLst/>
              <a:gdLst/>
              <a:ahLst/>
              <a:cxnLst/>
              <a:rect l="l" t="t" r="r" b="b"/>
              <a:pathLst>
                <a:path w="1" h="183" extrusionOk="0">
                  <a:moveTo>
                    <a:pt x="0" y="0"/>
                  </a:moveTo>
                  <a:lnTo>
                    <a:pt x="0" y="183"/>
                  </a:lnTo>
                  <a:lnTo>
                    <a:pt x="0" y="183"/>
                  </a:lnTo>
                  <a:cubicBezTo>
                    <a:pt x="0" y="114"/>
                    <a:pt x="0" y="69"/>
                    <a:pt x="0" y="0"/>
                  </a:cubicBezTo>
                  <a:close/>
                </a:path>
              </a:pathLst>
            </a:custGeom>
            <a:solidFill>
              <a:srgbClr val="00A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rot="10800000">
              <a:off x="-11679" y="139102"/>
              <a:ext cx="594604" cy="603523"/>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rot="10800000">
              <a:off x="-11677" y="143412"/>
              <a:ext cx="594604" cy="594633"/>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rot="10800000">
              <a:off x="-11677" y="143412"/>
              <a:ext cx="594604" cy="594633"/>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rot="10800000">
              <a:off x="-11689" y="3710477"/>
              <a:ext cx="594625" cy="594075"/>
            </a:xfrm>
            <a:custGeom>
              <a:avLst/>
              <a:gdLst/>
              <a:ahLst/>
              <a:cxnLst/>
              <a:rect l="l" t="t" r="r" b="b"/>
              <a:pathLst>
                <a:path w="23785" h="23763" extrusionOk="0">
                  <a:moveTo>
                    <a:pt x="1" y="1"/>
                  </a:moveTo>
                  <a:lnTo>
                    <a:pt x="1" y="23762"/>
                  </a:lnTo>
                  <a:lnTo>
                    <a:pt x="23785" y="23762"/>
                  </a:lnTo>
                  <a:lnTo>
                    <a:pt x="237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rot="10800000">
              <a:off x="-11689" y="3115902"/>
              <a:ext cx="594625" cy="594600"/>
            </a:xfrm>
            <a:custGeom>
              <a:avLst/>
              <a:gdLst/>
              <a:ahLst/>
              <a:cxnLst/>
              <a:rect l="l" t="t" r="r" b="b"/>
              <a:pathLst>
                <a:path w="23785" h="23784" extrusionOk="0">
                  <a:moveTo>
                    <a:pt x="1" y="0"/>
                  </a:moveTo>
                  <a:lnTo>
                    <a:pt x="1" y="23784"/>
                  </a:lnTo>
                  <a:lnTo>
                    <a:pt x="23785" y="23784"/>
                  </a:lnTo>
                  <a:lnTo>
                    <a:pt x="23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rot="10800000">
              <a:off x="-11689" y="3551852"/>
              <a:ext cx="594625" cy="158650"/>
            </a:xfrm>
            <a:custGeom>
              <a:avLst/>
              <a:gdLst/>
              <a:ahLst/>
              <a:cxnLst/>
              <a:rect l="l" t="t" r="r" b="b"/>
              <a:pathLst>
                <a:path w="23785" h="6346" extrusionOk="0">
                  <a:moveTo>
                    <a:pt x="1" y="0"/>
                  </a:moveTo>
                  <a:cubicBezTo>
                    <a:pt x="1" y="0"/>
                    <a:pt x="5319" y="6345"/>
                    <a:pt x="11893" y="6345"/>
                  </a:cubicBezTo>
                  <a:cubicBezTo>
                    <a:pt x="18466" y="6345"/>
                    <a:pt x="23785" y="0"/>
                    <a:pt x="2378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rot="10800000">
              <a:off x="-11689" y="3710477"/>
              <a:ext cx="594625" cy="158675"/>
            </a:xfrm>
            <a:custGeom>
              <a:avLst/>
              <a:gdLst/>
              <a:ahLst/>
              <a:cxnLst/>
              <a:rect l="l" t="t" r="r" b="b"/>
              <a:pathLst>
                <a:path w="23785" h="6347" extrusionOk="0">
                  <a:moveTo>
                    <a:pt x="11893" y="1"/>
                  </a:moveTo>
                  <a:cubicBezTo>
                    <a:pt x="5319" y="1"/>
                    <a:pt x="1" y="6346"/>
                    <a:pt x="1" y="6346"/>
                  </a:cubicBezTo>
                  <a:lnTo>
                    <a:pt x="23785" y="6346"/>
                  </a:lnTo>
                  <a:cubicBezTo>
                    <a:pt x="23785" y="6346"/>
                    <a:pt x="18466" y="1"/>
                    <a:pt x="118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rot="10800000">
              <a:off x="260486" y="3982677"/>
              <a:ext cx="322450" cy="322425"/>
            </a:xfrm>
            <a:custGeom>
              <a:avLst/>
              <a:gdLst/>
              <a:ahLst/>
              <a:cxnLst/>
              <a:rect l="l" t="t" r="r" b="b"/>
              <a:pathLst>
                <a:path w="12898" h="12897" extrusionOk="0">
                  <a:moveTo>
                    <a:pt x="1" y="0"/>
                  </a:moveTo>
                  <a:lnTo>
                    <a:pt x="1" y="12896"/>
                  </a:lnTo>
                  <a:lnTo>
                    <a:pt x="128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rot="10800000">
              <a:off x="260486" y="3115902"/>
              <a:ext cx="322450" cy="322425"/>
            </a:xfrm>
            <a:custGeom>
              <a:avLst/>
              <a:gdLst/>
              <a:ahLst/>
              <a:cxnLst/>
              <a:rect l="l" t="t" r="r" b="b"/>
              <a:pathLst>
                <a:path w="12898" h="12897" extrusionOk="0">
                  <a:moveTo>
                    <a:pt x="1" y="1"/>
                  </a:moveTo>
                  <a:lnTo>
                    <a:pt x="1" y="12897"/>
                  </a:lnTo>
                  <a:lnTo>
                    <a:pt x="12897" y="12897"/>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rot="10800000">
              <a:off x="-11689" y="1927277"/>
              <a:ext cx="594625" cy="594050"/>
            </a:xfrm>
            <a:custGeom>
              <a:avLst/>
              <a:gdLst/>
              <a:ahLst/>
              <a:cxnLst/>
              <a:rect l="l" t="t" r="r" b="b"/>
              <a:pathLst>
                <a:path w="23785" h="23762" extrusionOk="0">
                  <a:moveTo>
                    <a:pt x="1" y="1"/>
                  </a:moveTo>
                  <a:lnTo>
                    <a:pt x="1" y="23762"/>
                  </a:lnTo>
                  <a:lnTo>
                    <a:pt x="23785" y="23762"/>
                  </a:lnTo>
                  <a:lnTo>
                    <a:pt x="2378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rot="10800000">
              <a:off x="-11689" y="2521877"/>
              <a:ext cx="594625" cy="594050"/>
            </a:xfrm>
            <a:custGeom>
              <a:avLst/>
              <a:gdLst/>
              <a:ahLst/>
              <a:cxnLst/>
              <a:rect l="l" t="t" r="r" b="b"/>
              <a:pathLst>
                <a:path w="23785" h="23762" extrusionOk="0">
                  <a:moveTo>
                    <a:pt x="1" y="1"/>
                  </a:moveTo>
                  <a:lnTo>
                    <a:pt x="1" y="23762"/>
                  </a:lnTo>
                  <a:lnTo>
                    <a:pt x="23785" y="23762"/>
                  </a:lnTo>
                  <a:lnTo>
                    <a:pt x="237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rot="10800000">
              <a:off x="-11689" y="1927277"/>
              <a:ext cx="594625" cy="1188650"/>
            </a:xfrm>
            <a:custGeom>
              <a:avLst/>
              <a:gdLst/>
              <a:ahLst/>
              <a:cxnLst/>
              <a:rect l="l" t="t" r="r" b="b"/>
              <a:pathLst>
                <a:path w="23785" h="47546" extrusionOk="0">
                  <a:moveTo>
                    <a:pt x="23785" y="1"/>
                  </a:moveTo>
                  <a:lnTo>
                    <a:pt x="1" y="23762"/>
                  </a:lnTo>
                  <a:lnTo>
                    <a:pt x="23785" y="47546"/>
                  </a:lnTo>
                  <a:lnTo>
                    <a:pt x="237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rot="10800000">
              <a:off x="-11689" y="2213727"/>
              <a:ext cx="308150" cy="615725"/>
            </a:xfrm>
            <a:custGeom>
              <a:avLst/>
              <a:gdLst/>
              <a:ahLst/>
              <a:cxnLst/>
              <a:rect l="l" t="t" r="r" b="b"/>
              <a:pathLst>
                <a:path w="12326" h="24629" extrusionOk="0">
                  <a:moveTo>
                    <a:pt x="12326" y="0"/>
                  </a:moveTo>
                  <a:lnTo>
                    <a:pt x="0" y="12303"/>
                  </a:lnTo>
                  <a:lnTo>
                    <a:pt x="12326" y="24629"/>
                  </a:lnTo>
                  <a:lnTo>
                    <a:pt x="123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rot="10800000">
              <a:off x="-11689" y="2213727"/>
              <a:ext cx="308150" cy="308175"/>
            </a:xfrm>
            <a:custGeom>
              <a:avLst/>
              <a:gdLst/>
              <a:ahLst/>
              <a:cxnLst/>
              <a:rect l="l" t="t" r="r" b="b"/>
              <a:pathLst>
                <a:path w="12326" h="12327" extrusionOk="0">
                  <a:moveTo>
                    <a:pt x="0" y="1"/>
                  </a:moveTo>
                  <a:lnTo>
                    <a:pt x="12326" y="12327"/>
                  </a:lnTo>
                  <a:lnTo>
                    <a:pt x="12326" y="1"/>
                  </a:lnTo>
                  <a:close/>
                </a:path>
              </a:pathLst>
            </a:custGeom>
            <a:solidFill>
              <a:srgbClr val="FF00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rot="10800000">
              <a:off x="-11689" y="2213727"/>
              <a:ext cx="308150" cy="308175"/>
            </a:xfrm>
            <a:custGeom>
              <a:avLst/>
              <a:gdLst/>
              <a:ahLst/>
              <a:cxnLst/>
              <a:rect l="l" t="t" r="r" b="b"/>
              <a:pathLst>
                <a:path w="12326" h="12327" extrusionOk="0">
                  <a:moveTo>
                    <a:pt x="0" y="1"/>
                  </a:moveTo>
                  <a:lnTo>
                    <a:pt x="12326" y="12327"/>
                  </a:lnTo>
                  <a:lnTo>
                    <a:pt x="1232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1689" y="-450585"/>
              <a:ext cx="594625" cy="594050"/>
            </a:xfrm>
            <a:custGeom>
              <a:avLst/>
              <a:gdLst/>
              <a:ahLst/>
              <a:cxnLst/>
              <a:rect l="l" t="t" r="r" b="b"/>
              <a:pathLst>
                <a:path w="23785" h="23762" extrusionOk="0">
                  <a:moveTo>
                    <a:pt x="1" y="1"/>
                  </a:moveTo>
                  <a:lnTo>
                    <a:pt x="1" y="23762"/>
                  </a:lnTo>
                  <a:lnTo>
                    <a:pt x="23785" y="23762"/>
                  </a:lnTo>
                  <a:lnTo>
                    <a:pt x="2378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1689" y="-1045185"/>
              <a:ext cx="594625" cy="1188650"/>
            </a:xfrm>
            <a:custGeom>
              <a:avLst/>
              <a:gdLst/>
              <a:ahLst/>
              <a:cxnLst/>
              <a:rect l="l" t="t" r="r" b="b"/>
              <a:pathLst>
                <a:path w="23785" h="47546" extrusionOk="0">
                  <a:moveTo>
                    <a:pt x="23785" y="1"/>
                  </a:moveTo>
                  <a:lnTo>
                    <a:pt x="1" y="23762"/>
                  </a:lnTo>
                  <a:lnTo>
                    <a:pt x="23785" y="47546"/>
                  </a:lnTo>
                  <a:lnTo>
                    <a:pt x="237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rot="10800000">
              <a:off x="577084" y="-77141"/>
              <a:ext cx="328741" cy="728414"/>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rot="10800000">
              <a:off x="577096" y="-2704"/>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rot="10800000">
              <a:off x="618196" y="-2704"/>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rot="10800000">
              <a:off x="686096" y="368221"/>
              <a:ext cx="101600" cy="102175"/>
            </a:xfrm>
            <a:custGeom>
              <a:avLst/>
              <a:gdLst/>
              <a:ahLst/>
              <a:cxnLst/>
              <a:rect l="l" t="t" r="r" b="b"/>
              <a:pathLst>
                <a:path w="4064" h="4087" extrusionOk="0">
                  <a:moveTo>
                    <a:pt x="2032" y="1"/>
                  </a:moveTo>
                  <a:cubicBezTo>
                    <a:pt x="914" y="1"/>
                    <a:pt x="1" y="914"/>
                    <a:pt x="1" y="2055"/>
                  </a:cubicBezTo>
                  <a:cubicBezTo>
                    <a:pt x="1" y="3174"/>
                    <a:pt x="914" y="4087"/>
                    <a:pt x="2032" y="4087"/>
                  </a:cubicBezTo>
                  <a:cubicBezTo>
                    <a:pt x="3151" y="4087"/>
                    <a:pt x="4064" y="3174"/>
                    <a:pt x="4064" y="2055"/>
                  </a:cubicBezTo>
                  <a:cubicBezTo>
                    <a:pt x="4064" y="914"/>
                    <a:pt x="3151" y="1"/>
                    <a:pt x="2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rot="10800000">
              <a:off x="577038" y="4023682"/>
              <a:ext cx="328787" cy="1316293"/>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rot="10800000">
              <a:off x="577096" y="4742730"/>
              <a:ext cx="328725" cy="595175"/>
            </a:xfrm>
            <a:custGeom>
              <a:avLst/>
              <a:gdLst/>
              <a:ahLst/>
              <a:cxnLst/>
              <a:rect l="l" t="t" r="r" b="b"/>
              <a:pathLst>
                <a:path w="13149" h="23807"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rot="10800000">
              <a:off x="618196" y="4742730"/>
              <a:ext cx="246525" cy="296750"/>
            </a:xfrm>
            <a:custGeom>
              <a:avLst/>
              <a:gdLst/>
              <a:ahLst/>
              <a:cxnLst/>
              <a:rect l="l" t="t" r="r" b="b"/>
              <a:pathLst>
                <a:path w="9861" h="11870"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rot="10800000">
              <a:off x="577096" y="407850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rot="10800000">
              <a:off x="618196" y="4078505"/>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rot="10800000">
              <a:off x="686096" y="4449405"/>
              <a:ext cx="101600" cy="102175"/>
            </a:xfrm>
            <a:custGeom>
              <a:avLst/>
              <a:gdLst/>
              <a:ahLst/>
              <a:cxnLst/>
              <a:rect l="l" t="t" r="r" b="b"/>
              <a:pathLst>
                <a:path w="4064" h="4087" extrusionOk="0">
                  <a:moveTo>
                    <a:pt x="2032" y="0"/>
                  </a:moveTo>
                  <a:cubicBezTo>
                    <a:pt x="914" y="0"/>
                    <a:pt x="1" y="913"/>
                    <a:pt x="1" y="2055"/>
                  </a:cubicBezTo>
                  <a:cubicBezTo>
                    <a:pt x="1" y="3173"/>
                    <a:pt x="914" y="4086"/>
                    <a:pt x="2032" y="4086"/>
                  </a:cubicBezTo>
                  <a:cubicBezTo>
                    <a:pt x="3151" y="4086"/>
                    <a:pt x="4064" y="3173"/>
                    <a:pt x="4064" y="2055"/>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rot="10800000">
              <a:off x="687796" y="4891080"/>
              <a:ext cx="101600" cy="102175"/>
            </a:xfrm>
            <a:custGeom>
              <a:avLst/>
              <a:gdLst/>
              <a:ahLst/>
              <a:cxnLst/>
              <a:rect l="l" t="t" r="r" b="b"/>
              <a:pathLst>
                <a:path w="4064" h="4087" extrusionOk="0">
                  <a:moveTo>
                    <a:pt x="2032" y="1"/>
                  </a:moveTo>
                  <a:cubicBezTo>
                    <a:pt x="913" y="1"/>
                    <a:pt x="0" y="914"/>
                    <a:pt x="0" y="2055"/>
                  </a:cubicBezTo>
                  <a:cubicBezTo>
                    <a:pt x="0" y="3173"/>
                    <a:pt x="913" y="4086"/>
                    <a:pt x="2032" y="4086"/>
                  </a:cubicBezTo>
                  <a:cubicBezTo>
                    <a:pt x="3150" y="4086"/>
                    <a:pt x="4063" y="3173"/>
                    <a:pt x="4063" y="2055"/>
                  </a:cubicBezTo>
                  <a:cubicBezTo>
                    <a:pt x="4063" y="914"/>
                    <a:pt x="3173" y="1"/>
                    <a:pt x="2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rot="10800000">
              <a:off x="577080" y="645407"/>
              <a:ext cx="328741" cy="3384306"/>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rot="10800000">
              <a:off x="577096" y="3375738"/>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rot="10800000">
              <a:off x="577096" y="2704688"/>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rot="10800000">
              <a:off x="618196" y="3375738"/>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rot="10800000">
              <a:off x="618196" y="2704688"/>
              <a:ext cx="246525" cy="296750"/>
            </a:xfrm>
            <a:custGeom>
              <a:avLst/>
              <a:gdLst/>
              <a:ahLst/>
              <a:cxnLst/>
              <a:rect l="l" t="t" r="r" b="b"/>
              <a:pathLst>
                <a:path w="9861" h="11870" extrusionOk="0">
                  <a:moveTo>
                    <a:pt x="0" y="0"/>
                  </a:moveTo>
                  <a:cubicBezTo>
                    <a:pt x="23" y="4292"/>
                    <a:pt x="1667" y="8583"/>
                    <a:pt x="4931" y="11869"/>
                  </a:cubicBezTo>
                  <a:cubicBezTo>
                    <a:pt x="8217" y="8583"/>
                    <a:pt x="9861" y="4292"/>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rot="10800000">
              <a:off x="686096" y="3746663"/>
              <a:ext cx="101600" cy="102175"/>
            </a:xfrm>
            <a:custGeom>
              <a:avLst/>
              <a:gdLst/>
              <a:ahLst/>
              <a:cxnLst/>
              <a:rect l="l" t="t" r="r" b="b"/>
              <a:pathLst>
                <a:path w="4064" h="4087" extrusionOk="0">
                  <a:moveTo>
                    <a:pt x="2032" y="1"/>
                  </a:moveTo>
                  <a:cubicBezTo>
                    <a:pt x="914" y="1"/>
                    <a:pt x="1" y="914"/>
                    <a:pt x="1" y="2055"/>
                  </a:cubicBezTo>
                  <a:cubicBezTo>
                    <a:pt x="1" y="3174"/>
                    <a:pt x="914" y="4087"/>
                    <a:pt x="2032" y="4087"/>
                  </a:cubicBezTo>
                  <a:cubicBezTo>
                    <a:pt x="3151" y="4087"/>
                    <a:pt x="4064" y="3174"/>
                    <a:pt x="4064" y="2055"/>
                  </a:cubicBezTo>
                  <a:cubicBezTo>
                    <a:pt x="4064" y="914"/>
                    <a:pt x="3151" y="1"/>
                    <a:pt x="2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rot="10800000">
              <a:off x="687796" y="2853063"/>
              <a:ext cx="101600" cy="101575"/>
            </a:xfrm>
            <a:custGeom>
              <a:avLst/>
              <a:gdLst/>
              <a:ahLst/>
              <a:cxnLst/>
              <a:rect l="l" t="t" r="r" b="b"/>
              <a:pathLst>
                <a:path w="4064" h="4063" extrusionOk="0">
                  <a:moveTo>
                    <a:pt x="2032" y="0"/>
                  </a:moveTo>
                  <a:cubicBezTo>
                    <a:pt x="913" y="0"/>
                    <a:pt x="0" y="890"/>
                    <a:pt x="0" y="2031"/>
                  </a:cubicBezTo>
                  <a:cubicBezTo>
                    <a:pt x="0" y="3150"/>
                    <a:pt x="913" y="4063"/>
                    <a:pt x="2032" y="4063"/>
                  </a:cubicBezTo>
                  <a:cubicBezTo>
                    <a:pt x="3150" y="4063"/>
                    <a:pt x="4063" y="3150"/>
                    <a:pt x="4063" y="2031"/>
                  </a:cubicBezTo>
                  <a:cubicBezTo>
                    <a:pt x="4063" y="890"/>
                    <a:pt x="3173" y="0"/>
                    <a:pt x="20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rot="10800000">
              <a:off x="577096" y="2035338"/>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rot="10800000">
              <a:off x="577096" y="1364288"/>
              <a:ext cx="328725" cy="595175"/>
            </a:xfrm>
            <a:custGeom>
              <a:avLst/>
              <a:gdLst/>
              <a:ahLst/>
              <a:cxnLst/>
              <a:rect l="l" t="t" r="r" b="b"/>
              <a:pathLst>
                <a:path w="13149" h="23807"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rot="10800000">
              <a:off x="618196" y="2035338"/>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rot="10800000">
              <a:off x="618196" y="1364288"/>
              <a:ext cx="246525" cy="296750"/>
            </a:xfrm>
            <a:custGeom>
              <a:avLst/>
              <a:gdLst/>
              <a:ahLst/>
              <a:cxnLst/>
              <a:rect l="l" t="t" r="r" b="b"/>
              <a:pathLst>
                <a:path w="9861" h="11870"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rot="10800000">
              <a:off x="686096" y="2406238"/>
              <a:ext cx="101600" cy="102175"/>
            </a:xfrm>
            <a:custGeom>
              <a:avLst/>
              <a:gdLst/>
              <a:ahLst/>
              <a:cxnLst/>
              <a:rect l="l" t="t" r="r" b="b"/>
              <a:pathLst>
                <a:path w="4064" h="4087" extrusionOk="0">
                  <a:moveTo>
                    <a:pt x="2032" y="0"/>
                  </a:moveTo>
                  <a:cubicBezTo>
                    <a:pt x="914" y="0"/>
                    <a:pt x="1" y="913"/>
                    <a:pt x="1" y="2032"/>
                  </a:cubicBezTo>
                  <a:cubicBezTo>
                    <a:pt x="1" y="3173"/>
                    <a:pt x="914" y="4086"/>
                    <a:pt x="2032" y="4086"/>
                  </a:cubicBezTo>
                  <a:cubicBezTo>
                    <a:pt x="3151" y="4086"/>
                    <a:pt x="4064" y="3173"/>
                    <a:pt x="4064" y="2032"/>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rot="10800000">
              <a:off x="577096" y="700063"/>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rot="10800000">
              <a:off x="618196" y="700063"/>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rot="10800000">
              <a:off x="686096" y="1070963"/>
              <a:ext cx="101600" cy="102175"/>
            </a:xfrm>
            <a:custGeom>
              <a:avLst/>
              <a:gdLst/>
              <a:ahLst/>
              <a:cxnLst/>
              <a:rect l="l" t="t" r="r" b="b"/>
              <a:pathLst>
                <a:path w="4064" h="4087" extrusionOk="0">
                  <a:moveTo>
                    <a:pt x="2032" y="0"/>
                  </a:moveTo>
                  <a:cubicBezTo>
                    <a:pt x="914" y="0"/>
                    <a:pt x="1" y="913"/>
                    <a:pt x="1" y="2055"/>
                  </a:cubicBezTo>
                  <a:cubicBezTo>
                    <a:pt x="1" y="3173"/>
                    <a:pt x="914" y="4086"/>
                    <a:pt x="2032" y="4086"/>
                  </a:cubicBezTo>
                  <a:cubicBezTo>
                    <a:pt x="3151" y="4086"/>
                    <a:pt x="4064" y="3173"/>
                    <a:pt x="4064" y="2055"/>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rot="10800000">
              <a:off x="687796" y="1512638"/>
              <a:ext cx="101600" cy="102175"/>
            </a:xfrm>
            <a:custGeom>
              <a:avLst/>
              <a:gdLst/>
              <a:ahLst/>
              <a:cxnLst/>
              <a:rect l="l" t="t" r="r" b="b"/>
              <a:pathLst>
                <a:path w="4064" h="4087" extrusionOk="0">
                  <a:moveTo>
                    <a:pt x="2032" y="1"/>
                  </a:moveTo>
                  <a:cubicBezTo>
                    <a:pt x="913" y="1"/>
                    <a:pt x="0" y="914"/>
                    <a:pt x="0" y="2055"/>
                  </a:cubicBezTo>
                  <a:cubicBezTo>
                    <a:pt x="0" y="3173"/>
                    <a:pt x="913" y="4086"/>
                    <a:pt x="2032" y="4086"/>
                  </a:cubicBezTo>
                  <a:cubicBezTo>
                    <a:pt x="3150" y="4086"/>
                    <a:pt x="4063" y="3173"/>
                    <a:pt x="4063" y="2055"/>
                  </a:cubicBezTo>
                  <a:cubicBezTo>
                    <a:pt x="4063" y="914"/>
                    <a:pt x="3173" y="1"/>
                    <a:pt x="2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6"/>
        </a:solidFill>
        <a:effectLst/>
      </p:bgPr>
    </p:bg>
    <p:spTree>
      <p:nvGrpSpPr>
        <p:cNvPr id="1" name="Shape 191"/>
        <p:cNvGrpSpPr/>
        <p:nvPr/>
      </p:nvGrpSpPr>
      <p:grpSpPr>
        <a:xfrm>
          <a:off x="0" y="0"/>
          <a:ext cx="0" cy="0"/>
          <a:chOff x="0" y="0"/>
          <a:chExt cx="0" cy="0"/>
        </a:xfrm>
      </p:grpSpPr>
      <p:sp>
        <p:nvSpPr>
          <p:cNvPr id="192" name="Google Shape;192;p3"/>
          <p:cNvSpPr txBox="1">
            <a:spLocks noGrp="1"/>
          </p:cNvSpPr>
          <p:nvPr>
            <p:ph type="title"/>
          </p:nvPr>
        </p:nvSpPr>
        <p:spPr>
          <a:xfrm>
            <a:off x="4560699" y="2150850"/>
            <a:ext cx="3868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500"/>
              <a:buNone/>
              <a:defRPr sz="40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3" name="Google Shape;193;p3"/>
          <p:cNvSpPr txBox="1">
            <a:spLocks noGrp="1"/>
          </p:cNvSpPr>
          <p:nvPr>
            <p:ph type="title" idx="2" hasCustomPrompt="1"/>
          </p:nvPr>
        </p:nvSpPr>
        <p:spPr>
          <a:xfrm>
            <a:off x="4560700" y="805150"/>
            <a:ext cx="3868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0000"/>
              <a:buNone/>
              <a:defRPr sz="4500">
                <a:solidFill>
                  <a:schemeClr val="accent1"/>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194" name="Google Shape;194;p3"/>
          <p:cNvSpPr txBox="1">
            <a:spLocks noGrp="1"/>
          </p:cNvSpPr>
          <p:nvPr>
            <p:ph type="subTitle" idx="1"/>
          </p:nvPr>
        </p:nvSpPr>
        <p:spPr>
          <a:xfrm>
            <a:off x="5243950" y="3627150"/>
            <a:ext cx="2502300" cy="717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800"/>
              <a:buNone/>
              <a:defRPr sz="1835">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95" name="Google Shape;195;p3"/>
          <p:cNvGrpSpPr/>
          <p:nvPr/>
        </p:nvGrpSpPr>
        <p:grpSpPr>
          <a:xfrm>
            <a:off x="-319125" y="-1039762"/>
            <a:ext cx="4586400" cy="7268876"/>
            <a:chOff x="-319125" y="-1039762"/>
            <a:chExt cx="4586400" cy="7268876"/>
          </a:xfrm>
        </p:grpSpPr>
        <p:sp>
          <p:nvSpPr>
            <p:cNvPr id="196" name="Google Shape;196;p3"/>
            <p:cNvSpPr/>
            <p:nvPr/>
          </p:nvSpPr>
          <p:spPr>
            <a:xfrm rot="10800000">
              <a:off x="3350834" y="3486790"/>
              <a:ext cx="914433" cy="914477"/>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rot="10800000">
              <a:off x="3808534" y="3944490"/>
              <a:ext cx="456733" cy="456777"/>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rot="10800000">
              <a:off x="3350834" y="3486790"/>
              <a:ext cx="914433" cy="914477"/>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rot="10800000">
              <a:off x="3350838" y="3486794"/>
              <a:ext cx="478809" cy="478809"/>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rot="10800000">
              <a:off x="3285670" y="2572390"/>
              <a:ext cx="979605" cy="914460"/>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rot="10800000">
              <a:off x="3350834" y="2572365"/>
              <a:ext cx="914433" cy="914477"/>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rot="10800000">
              <a:off x="3350834" y="2572365"/>
              <a:ext cx="914433" cy="914477"/>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flipH="1">
              <a:off x="2314894" y="2572375"/>
              <a:ext cx="1035905" cy="960007"/>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flipH="1">
              <a:off x="2436413" y="2572365"/>
              <a:ext cx="914433" cy="914433"/>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flipH="1">
              <a:off x="2701369" y="2836350"/>
              <a:ext cx="385492" cy="385492"/>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flipH="1">
              <a:off x="2436413" y="3486746"/>
              <a:ext cx="914433" cy="914477"/>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flipH="1">
              <a:off x="2894113" y="3486746"/>
              <a:ext cx="456733" cy="456777"/>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flipH="1">
              <a:off x="2436413" y="3486746"/>
              <a:ext cx="914433" cy="914477"/>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flipH="1">
              <a:off x="2436417" y="3922411"/>
              <a:ext cx="478809" cy="478809"/>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flipH="1">
              <a:off x="2327246" y="4373950"/>
              <a:ext cx="1041779" cy="926677"/>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flipH="1">
              <a:off x="2436430" y="4401171"/>
              <a:ext cx="914416" cy="914460"/>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flipH="1">
              <a:off x="2436413" y="4401171"/>
              <a:ext cx="914433" cy="914477"/>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607570" y="3486746"/>
              <a:ext cx="914416" cy="914460"/>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607570" y="3486746"/>
              <a:ext cx="456733" cy="456777"/>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607570" y="3486746"/>
              <a:ext cx="914433" cy="914477"/>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1043191" y="3922411"/>
              <a:ext cx="478809" cy="478809"/>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607575" y="4373950"/>
              <a:ext cx="971652" cy="925689"/>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607570" y="4401171"/>
              <a:ext cx="914416" cy="914460"/>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607570" y="4401171"/>
              <a:ext cx="914416" cy="914460"/>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rot="10800000" flipH="1">
              <a:off x="1521992" y="3486790"/>
              <a:ext cx="914433" cy="914477"/>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rot="10800000" flipH="1">
              <a:off x="1521992" y="3944490"/>
              <a:ext cx="456733" cy="456777"/>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rot="10800000" flipH="1">
              <a:off x="1522000" y="3475118"/>
              <a:ext cx="914416" cy="926157"/>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rot="10800000" flipH="1">
              <a:off x="1957612" y="3486794"/>
              <a:ext cx="478809" cy="478809"/>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rot="10800000" flipH="1">
              <a:off x="1521992" y="2572382"/>
              <a:ext cx="914416" cy="914460"/>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rot="10800000" flipH="1">
              <a:off x="1521992" y="2572365"/>
              <a:ext cx="914433" cy="914477"/>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rot="10800000" flipH="1">
              <a:off x="1521992" y="2572365"/>
              <a:ext cx="914433" cy="914477"/>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flipH="1">
              <a:off x="-306832" y="2572368"/>
              <a:ext cx="914412" cy="914456"/>
            </a:xfrm>
            <a:custGeom>
              <a:avLst/>
              <a:gdLst/>
              <a:ahLst/>
              <a:cxnLst/>
              <a:rect l="l" t="t" r="r" b="b"/>
              <a:pathLst>
                <a:path w="20794" h="20795" extrusionOk="0">
                  <a:moveTo>
                    <a:pt x="0"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flipH="1">
              <a:off x="150850" y="2572375"/>
              <a:ext cx="456750" cy="456742"/>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flipH="1">
              <a:off x="-306841" y="2572375"/>
              <a:ext cx="914416" cy="960001"/>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flipH="1">
              <a:off x="-306833" y="3008018"/>
              <a:ext cx="478798" cy="478798"/>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flipH="1">
              <a:off x="-306836" y="3486763"/>
              <a:ext cx="914416" cy="914460"/>
            </a:xfrm>
            <a:custGeom>
              <a:avLst/>
              <a:gdLst/>
              <a:ahLst/>
              <a:cxnLst/>
              <a:rect l="l" t="t" r="r" b="b"/>
              <a:pathLst>
                <a:path w="20794" h="20795" extrusionOk="0">
                  <a:moveTo>
                    <a:pt x="0" y="1"/>
                  </a:moveTo>
                  <a:lnTo>
                    <a:pt x="0" y="20795"/>
                  </a:lnTo>
                  <a:lnTo>
                    <a:pt x="20794" y="20795"/>
                  </a:lnTo>
                  <a:lnTo>
                    <a:pt x="20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flipH="1">
              <a:off x="-306832" y="3486763"/>
              <a:ext cx="914412" cy="914456"/>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flipH="1">
              <a:off x="-306832" y="3486763"/>
              <a:ext cx="914412" cy="914456"/>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rot="10800000">
              <a:off x="-306839" y="4373942"/>
              <a:ext cx="914414" cy="925708"/>
            </a:xfrm>
            <a:custGeom>
              <a:avLst/>
              <a:gdLst/>
              <a:ahLst/>
              <a:cxnLst/>
              <a:rect l="l" t="t" r="r" b="b"/>
              <a:pathLst>
                <a:path w="23785" h="23762" extrusionOk="0">
                  <a:moveTo>
                    <a:pt x="1" y="1"/>
                  </a:moveTo>
                  <a:lnTo>
                    <a:pt x="1" y="23762"/>
                  </a:lnTo>
                  <a:lnTo>
                    <a:pt x="23785" y="23762"/>
                  </a:lnTo>
                  <a:lnTo>
                    <a:pt x="2378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rot="10800000">
              <a:off x="-306835" y="4401208"/>
              <a:ext cx="914414" cy="1827906"/>
            </a:xfrm>
            <a:custGeom>
              <a:avLst/>
              <a:gdLst/>
              <a:ahLst/>
              <a:cxnLst/>
              <a:rect l="l" t="t" r="r" b="b"/>
              <a:pathLst>
                <a:path w="23785" h="47546" extrusionOk="0">
                  <a:moveTo>
                    <a:pt x="23785" y="1"/>
                  </a:moveTo>
                  <a:lnTo>
                    <a:pt x="1" y="23762"/>
                  </a:lnTo>
                  <a:lnTo>
                    <a:pt x="23785" y="47546"/>
                  </a:lnTo>
                  <a:lnTo>
                    <a:pt x="237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rot="10800000">
              <a:off x="-306835" y="4841714"/>
              <a:ext cx="473870" cy="946855"/>
            </a:xfrm>
            <a:custGeom>
              <a:avLst/>
              <a:gdLst/>
              <a:ahLst/>
              <a:cxnLst/>
              <a:rect l="l" t="t" r="r" b="b"/>
              <a:pathLst>
                <a:path w="12326" h="24629" extrusionOk="0">
                  <a:moveTo>
                    <a:pt x="12326" y="0"/>
                  </a:moveTo>
                  <a:lnTo>
                    <a:pt x="0" y="12303"/>
                  </a:lnTo>
                  <a:lnTo>
                    <a:pt x="12326" y="24629"/>
                  </a:lnTo>
                  <a:lnTo>
                    <a:pt x="123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rot="10800000">
              <a:off x="-306835" y="4841707"/>
              <a:ext cx="473870" cy="473908"/>
            </a:xfrm>
            <a:custGeom>
              <a:avLst/>
              <a:gdLst/>
              <a:ahLst/>
              <a:cxnLst/>
              <a:rect l="l" t="t" r="r" b="b"/>
              <a:pathLst>
                <a:path w="12326" h="12327" extrusionOk="0">
                  <a:moveTo>
                    <a:pt x="0" y="1"/>
                  </a:moveTo>
                  <a:lnTo>
                    <a:pt x="12326" y="12327"/>
                  </a:lnTo>
                  <a:lnTo>
                    <a:pt x="12326" y="1"/>
                  </a:lnTo>
                  <a:close/>
                </a:path>
              </a:pathLst>
            </a:custGeom>
            <a:solidFill>
              <a:srgbClr val="FF00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rot="10800000">
              <a:off x="-306838" y="4841704"/>
              <a:ext cx="473873" cy="473912"/>
            </a:xfrm>
            <a:custGeom>
              <a:avLst/>
              <a:gdLst/>
              <a:ahLst/>
              <a:cxnLst/>
              <a:rect l="l" t="t" r="r" b="b"/>
              <a:pathLst>
                <a:path w="12326" h="12327" extrusionOk="0">
                  <a:moveTo>
                    <a:pt x="0" y="1"/>
                  </a:moveTo>
                  <a:lnTo>
                    <a:pt x="12326" y="12327"/>
                  </a:lnTo>
                  <a:lnTo>
                    <a:pt x="1232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rot="10800000">
              <a:off x="3350807" y="4373942"/>
              <a:ext cx="914468" cy="941708"/>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rot="10800000">
              <a:off x="3361612" y="4401232"/>
              <a:ext cx="903655" cy="914416"/>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rot="10800000">
              <a:off x="3623439" y="4666181"/>
              <a:ext cx="380948" cy="385485"/>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rot="10800000" flipH="1">
              <a:off x="1522000" y="4373942"/>
              <a:ext cx="914416" cy="926685"/>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rot="10800000" flipH="1">
              <a:off x="1521992" y="4401232"/>
              <a:ext cx="914416" cy="914416"/>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rot="10800000" flipH="1">
              <a:off x="1785976" y="4666179"/>
              <a:ext cx="385485" cy="385485"/>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599625" y="2583600"/>
              <a:ext cx="922370" cy="914468"/>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607575" y="2585200"/>
              <a:ext cx="914416" cy="901576"/>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871555" y="2836350"/>
              <a:ext cx="385485" cy="385485"/>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flipH="1">
              <a:off x="-319125" y="-10400"/>
              <a:ext cx="4586400" cy="2595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3"/>
            <p:cNvGrpSpPr/>
            <p:nvPr/>
          </p:nvGrpSpPr>
          <p:grpSpPr>
            <a:xfrm flipH="1">
              <a:off x="1090162" y="1146093"/>
              <a:ext cx="2985481" cy="1284708"/>
              <a:chOff x="288025" y="162625"/>
              <a:chExt cx="2639449" cy="1135804"/>
            </a:xfrm>
          </p:grpSpPr>
          <p:sp>
            <p:nvSpPr>
              <p:cNvPr id="250" name="Google Shape;250;p3"/>
              <p:cNvSpPr/>
              <p:nvPr/>
            </p:nvSpPr>
            <p:spPr>
              <a:xfrm>
                <a:off x="288025" y="631172"/>
                <a:ext cx="1262596" cy="624516"/>
              </a:xfrm>
              <a:custGeom>
                <a:avLst/>
                <a:gdLst/>
                <a:ahLst/>
                <a:cxnLst/>
                <a:rect l="l" t="t" r="r" b="b"/>
                <a:pathLst>
                  <a:path w="38073" h="18832" extrusionOk="0">
                    <a:moveTo>
                      <a:pt x="19036" y="0"/>
                    </a:moveTo>
                    <a:cubicBezTo>
                      <a:pt x="8582" y="0"/>
                      <a:pt x="114" y="8400"/>
                      <a:pt x="0" y="18831"/>
                    </a:cubicBezTo>
                    <a:lnTo>
                      <a:pt x="38073" y="18831"/>
                    </a:lnTo>
                    <a:cubicBezTo>
                      <a:pt x="38050" y="16571"/>
                      <a:pt x="37639" y="14403"/>
                      <a:pt x="36886" y="12417"/>
                    </a:cubicBezTo>
                    <a:lnTo>
                      <a:pt x="21821" y="12417"/>
                    </a:lnTo>
                    <a:cubicBezTo>
                      <a:pt x="21867" y="8195"/>
                      <a:pt x="23282" y="4314"/>
                      <a:pt x="25633" y="1187"/>
                    </a:cubicBezTo>
                    <a:cubicBezTo>
                      <a:pt x="23579" y="411"/>
                      <a:pt x="21365" y="0"/>
                      <a:pt x="190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1011654" y="670535"/>
                <a:ext cx="499593" cy="372448"/>
              </a:xfrm>
              <a:custGeom>
                <a:avLst/>
                <a:gdLst/>
                <a:ahLst/>
                <a:cxnLst/>
                <a:rect l="l" t="t" r="r" b="b"/>
                <a:pathLst>
                  <a:path w="15065" h="11231" extrusionOk="0">
                    <a:moveTo>
                      <a:pt x="3812" y="0"/>
                    </a:moveTo>
                    <a:cubicBezTo>
                      <a:pt x="1461" y="3127"/>
                      <a:pt x="46" y="7008"/>
                      <a:pt x="0" y="11230"/>
                    </a:cubicBezTo>
                    <a:lnTo>
                      <a:pt x="15065" y="11230"/>
                    </a:lnTo>
                    <a:cubicBezTo>
                      <a:pt x="13147" y="6026"/>
                      <a:pt x="9016" y="1918"/>
                      <a:pt x="3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1138035" y="418470"/>
                <a:ext cx="1136214" cy="624516"/>
              </a:xfrm>
              <a:custGeom>
                <a:avLst/>
                <a:gdLst/>
                <a:ahLst/>
                <a:cxnLst/>
                <a:rect l="l" t="t" r="r" b="b"/>
                <a:pathLst>
                  <a:path w="34262" h="18832" extrusionOk="0">
                    <a:moveTo>
                      <a:pt x="15225" y="0"/>
                    </a:moveTo>
                    <a:cubicBezTo>
                      <a:pt x="9017" y="0"/>
                      <a:pt x="3493" y="2968"/>
                      <a:pt x="1" y="7601"/>
                    </a:cubicBezTo>
                    <a:cubicBezTo>
                      <a:pt x="5205" y="9519"/>
                      <a:pt x="9336" y="13627"/>
                      <a:pt x="11254" y="18831"/>
                    </a:cubicBezTo>
                    <a:lnTo>
                      <a:pt x="34262" y="18831"/>
                    </a:lnTo>
                    <a:cubicBezTo>
                      <a:pt x="34239" y="16069"/>
                      <a:pt x="33623" y="13467"/>
                      <a:pt x="32550" y="11116"/>
                    </a:cubicBezTo>
                    <a:lnTo>
                      <a:pt x="15864" y="11116"/>
                    </a:lnTo>
                    <a:cubicBezTo>
                      <a:pt x="15910" y="7145"/>
                      <a:pt x="17188" y="3470"/>
                      <a:pt x="19311" y="434"/>
                    </a:cubicBezTo>
                    <a:cubicBezTo>
                      <a:pt x="17987" y="137"/>
                      <a:pt x="16618" y="0"/>
                      <a:pt x="152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1664117" y="432862"/>
                <a:ext cx="553349" cy="354275"/>
              </a:xfrm>
              <a:custGeom>
                <a:avLst/>
                <a:gdLst/>
                <a:ahLst/>
                <a:cxnLst/>
                <a:rect l="l" t="t" r="r" b="b"/>
                <a:pathLst>
                  <a:path w="16686" h="10683" extrusionOk="0">
                    <a:moveTo>
                      <a:pt x="3447" y="0"/>
                    </a:moveTo>
                    <a:cubicBezTo>
                      <a:pt x="1324" y="3036"/>
                      <a:pt x="46" y="6711"/>
                      <a:pt x="0" y="10682"/>
                    </a:cubicBezTo>
                    <a:lnTo>
                      <a:pt x="16686" y="10682"/>
                    </a:lnTo>
                    <a:cubicBezTo>
                      <a:pt x="14221" y="5318"/>
                      <a:pt x="9336" y="1278"/>
                      <a:pt x="34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1778427" y="162625"/>
                <a:ext cx="1149047" cy="624516"/>
              </a:xfrm>
              <a:custGeom>
                <a:avLst/>
                <a:gdLst/>
                <a:ahLst/>
                <a:cxnLst/>
                <a:rect l="l" t="t" r="r" b="b"/>
                <a:pathLst>
                  <a:path w="34649" h="18832" extrusionOk="0">
                    <a:moveTo>
                      <a:pt x="15613" y="0"/>
                    </a:moveTo>
                    <a:cubicBezTo>
                      <a:pt x="9130" y="0"/>
                      <a:pt x="3424" y="3219"/>
                      <a:pt x="0" y="8149"/>
                    </a:cubicBezTo>
                    <a:cubicBezTo>
                      <a:pt x="5889" y="9427"/>
                      <a:pt x="10774" y="13467"/>
                      <a:pt x="13239" y="18831"/>
                    </a:cubicBezTo>
                    <a:lnTo>
                      <a:pt x="34649" y="18831"/>
                    </a:lnTo>
                    <a:cubicBezTo>
                      <a:pt x="34535" y="8423"/>
                      <a:pt x="26044" y="0"/>
                      <a:pt x="15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313759" y="262542"/>
                <a:ext cx="693395" cy="682020"/>
              </a:xfrm>
              <a:custGeom>
                <a:avLst/>
                <a:gdLst/>
                <a:ahLst/>
                <a:cxnLst/>
                <a:rect l="l" t="t" r="r" b="b"/>
                <a:pathLst>
                  <a:path w="20909" h="20566" extrusionOk="0">
                    <a:moveTo>
                      <a:pt x="17279" y="18101"/>
                    </a:moveTo>
                    <a:lnTo>
                      <a:pt x="17279" y="18101"/>
                    </a:lnTo>
                    <a:lnTo>
                      <a:pt x="17279" y="18101"/>
                    </a:lnTo>
                    <a:close/>
                    <a:moveTo>
                      <a:pt x="6825" y="0"/>
                    </a:moveTo>
                    <a:lnTo>
                      <a:pt x="7030" y="5889"/>
                    </a:lnTo>
                    <a:lnTo>
                      <a:pt x="7030" y="5889"/>
                    </a:lnTo>
                    <a:lnTo>
                      <a:pt x="1256" y="4657"/>
                    </a:lnTo>
                    <a:lnTo>
                      <a:pt x="1256" y="4657"/>
                    </a:lnTo>
                    <a:lnTo>
                      <a:pt x="5227" y="9039"/>
                    </a:lnTo>
                    <a:lnTo>
                      <a:pt x="0" y="11801"/>
                    </a:lnTo>
                    <a:lnTo>
                      <a:pt x="5843" y="12623"/>
                    </a:lnTo>
                    <a:lnTo>
                      <a:pt x="3629" y="18101"/>
                    </a:lnTo>
                    <a:lnTo>
                      <a:pt x="8628" y="14951"/>
                    </a:lnTo>
                    <a:lnTo>
                      <a:pt x="10454" y="20566"/>
                    </a:lnTo>
                    <a:lnTo>
                      <a:pt x="12257" y="14951"/>
                    </a:lnTo>
                    <a:lnTo>
                      <a:pt x="17279" y="18101"/>
                    </a:lnTo>
                    <a:lnTo>
                      <a:pt x="15042" y="12623"/>
                    </a:lnTo>
                    <a:lnTo>
                      <a:pt x="20908" y="11801"/>
                    </a:lnTo>
                    <a:lnTo>
                      <a:pt x="15681" y="9039"/>
                    </a:lnTo>
                    <a:lnTo>
                      <a:pt x="19653" y="4657"/>
                    </a:lnTo>
                    <a:lnTo>
                      <a:pt x="13855" y="5889"/>
                    </a:lnTo>
                    <a:lnTo>
                      <a:pt x="14083" y="0"/>
                    </a:lnTo>
                    <a:lnTo>
                      <a:pt x="10454" y="4657"/>
                    </a:lnTo>
                    <a:lnTo>
                      <a:pt x="68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2572426" y="1014359"/>
                <a:ext cx="311893" cy="284070"/>
              </a:xfrm>
              <a:custGeom>
                <a:avLst/>
                <a:gdLst/>
                <a:ahLst/>
                <a:cxnLst/>
                <a:rect l="l" t="t" r="r" b="b"/>
                <a:pathLst>
                  <a:path w="9405" h="8566" extrusionOk="0">
                    <a:moveTo>
                      <a:pt x="4714" y="1"/>
                    </a:moveTo>
                    <a:cubicBezTo>
                      <a:pt x="3619" y="1"/>
                      <a:pt x="2523" y="417"/>
                      <a:pt x="1690" y="1250"/>
                    </a:cubicBezTo>
                    <a:cubicBezTo>
                      <a:pt x="1" y="2916"/>
                      <a:pt x="1" y="5633"/>
                      <a:pt x="1690" y="7299"/>
                    </a:cubicBezTo>
                    <a:cubicBezTo>
                      <a:pt x="2523" y="8143"/>
                      <a:pt x="3619" y="8566"/>
                      <a:pt x="4714" y="8566"/>
                    </a:cubicBezTo>
                    <a:cubicBezTo>
                      <a:pt x="5810" y="8566"/>
                      <a:pt x="6906" y="8143"/>
                      <a:pt x="7739" y="7299"/>
                    </a:cubicBezTo>
                    <a:cubicBezTo>
                      <a:pt x="9405" y="5633"/>
                      <a:pt x="9405" y="2916"/>
                      <a:pt x="7739" y="1250"/>
                    </a:cubicBezTo>
                    <a:cubicBezTo>
                      <a:pt x="6906" y="417"/>
                      <a:pt x="5810" y="1"/>
                      <a:pt x="471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3"/>
            <p:cNvSpPr/>
            <p:nvPr/>
          </p:nvSpPr>
          <p:spPr>
            <a:xfrm rot="-6300029" flipH="1">
              <a:off x="-330132" y="-288584"/>
              <a:ext cx="1351826" cy="716306"/>
            </a:xfrm>
            <a:custGeom>
              <a:avLst/>
              <a:gdLst/>
              <a:ahLst/>
              <a:cxnLst/>
              <a:rect l="l" t="t" r="r" b="b"/>
              <a:pathLst>
                <a:path w="34421" h="18239" extrusionOk="0">
                  <a:moveTo>
                    <a:pt x="17211" y="1"/>
                  </a:moveTo>
                  <a:cubicBezTo>
                    <a:pt x="7715" y="1"/>
                    <a:pt x="0" y="7716"/>
                    <a:pt x="0" y="17211"/>
                  </a:cubicBezTo>
                  <a:cubicBezTo>
                    <a:pt x="0" y="17554"/>
                    <a:pt x="23" y="17896"/>
                    <a:pt x="46" y="18238"/>
                  </a:cubicBezTo>
                  <a:lnTo>
                    <a:pt x="7647" y="18238"/>
                  </a:lnTo>
                  <a:cubicBezTo>
                    <a:pt x="7601" y="17896"/>
                    <a:pt x="7578" y="17554"/>
                    <a:pt x="7578" y="17211"/>
                  </a:cubicBezTo>
                  <a:cubicBezTo>
                    <a:pt x="7578" y="11893"/>
                    <a:pt x="11915" y="7556"/>
                    <a:pt x="17211" y="7556"/>
                  </a:cubicBezTo>
                  <a:cubicBezTo>
                    <a:pt x="22529" y="7556"/>
                    <a:pt x="26866" y="11893"/>
                    <a:pt x="26866" y="17211"/>
                  </a:cubicBezTo>
                  <a:cubicBezTo>
                    <a:pt x="26866" y="17554"/>
                    <a:pt x="26843" y="17896"/>
                    <a:pt x="26797" y="18238"/>
                  </a:cubicBezTo>
                  <a:lnTo>
                    <a:pt x="34398" y="18238"/>
                  </a:lnTo>
                  <a:cubicBezTo>
                    <a:pt x="34421" y="17896"/>
                    <a:pt x="34421" y="17554"/>
                    <a:pt x="34421" y="17211"/>
                  </a:cubicBezTo>
                  <a:cubicBezTo>
                    <a:pt x="34421" y="7716"/>
                    <a:pt x="26706" y="1"/>
                    <a:pt x="172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rot="-6300029" flipH="1">
              <a:off x="147503" y="253103"/>
              <a:ext cx="753929" cy="568363"/>
            </a:xfrm>
            <a:custGeom>
              <a:avLst/>
              <a:gdLst/>
              <a:ahLst/>
              <a:cxnLst/>
              <a:rect l="l" t="t" r="r" b="b"/>
              <a:pathLst>
                <a:path w="19197" h="14472" fill="none" extrusionOk="0">
                  <a:moveTo>
                    <a:pt x="0" y="14472"/>
                  </a:moveTo>
                  <a:cubicBezTo>
                    <a:pt x="6551" y="9701"/>
                    <a:pt x="12691" y="4702"/>
                    <a:pt x="19196" y="0"/>
                  </a:cubicBezTo>
                </a:path>
              </a:pathLst>
            </a:custGeom>
            <a:noFill/>
            <a:ln w="439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rot="-6300029" flipH="1">
              <a:off x="636460" y="850490"/>
              <a:ext cx="173038" cy="173038"/>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flipH="1">
              <a:off x="2040596" y="-1039762"/>
              <a:ext cx="1844226" cy="1813921"/>
            </a:xfrm>
            <a:custGeom>
              <a:avLst/>
              <a:gdLst/>
              <a:ahLst/>
              <a:cxnLst/>
              <a:rect l="l" t="t" r="r" b="b"/>
              <a:pathLst>
                <a:path w="20909" h="20566" extrusionOk="0">
                  <a:moveTo>
                    <a:pt x="17279" y="18101"/>
                  </a:moveTo>
                  <a:lnTo>
                    <a:pt x="17279" y="18101"/>
                  </a:lnTo>
                  <a:lnTo>
                    <a:pt x="17279" y="18101"/>
                  </a:lnTo>
                  <a:close/>
                  <a:moveTo>
                    <a:pt x="6825" y="0"/>
                  </a:moveTo>
                  <a:lnTo>
                    <a:pt x="7030" y="5889"/>
                  </a:lnTo>
                  <a:lnTo>
                    <a:pt x="7030" y="5889"/>
                  </a:lnTo>
                  <a:lnTo>
                    <a:pt x="1256" y="4657"/>
                  </a:lnTo>
                  <a:lnTo>
                    <a:pt x="1256" y="4657"/>
                  </a:lnTo>
                  <a:lnTo>
                    <a:pt x="5227" y="9039"/>
                  </a:lnTo>
                  <a:lnTo>
                    <a:pt x="0" y="11801"/>
                  </a:lnTo>
                  <a:lnTo>
                    <a:pt x="5843" y="12623"/>
                  </a:lnTo>
                  <a:lnTo>
                    <a:pt x="3629" y="18101"/>
                  </a:lnTo>
                  <a:lnTo>
                    <a:pt x="8628" y="14951"/>
                  </a:lnTo>
                  <a:lnTo>
                    <a:pt x="10454" y="20566"/>
                  </a:lnTo>
                  <a:lnTo>
                    <a:pt x="12257" y="14951"/>
                  </a:lnTo>
                  <a:lnTo>
                    <a:pt x="17279" y="18101"/>
                  </a:lnTo>
                  <a:lnTo>
                    <a:pt x="15042" y="12623"/>
                  </a:lnTo>
                  <a:lnTo>
                    <a:pt x="20908" y="11801"/>
                  </a:lnTo>
                  <a:lnTo>
                    <a:pt x="15681" y="9039"/>
                  </a:lnTo>
                  <a:lnTo>
                    <a:pt x="19653" y="4657"/>
                  </a:lnTo>
                  <a:lnTo>
                    <a:pt x="13855" y="5889"/>
                  </a:lnTo>
                  <a:lnTo>
                    <a:pt x="14083" y="0"/>
                  </a:lnTo>
                  <a:lnTo>
                    <a:pt x="10454" y="4657"/>
                  </a:lnTo>
                  <a:lnTo>
                    <a:pt x="68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rot="-5400000" flipH="1">
              <a:off x="-319106" y="2150820"/>
              <a:ext cx="395888" cy="395926"/>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flipH="1">
              <a:off x="406072" y="1703453"/>
              <a:ext cx="211913" cy="208436"/>
            </a:xfrm>
            <a:custGeom>
              <a:avLst/>
              <a:gdLst/>
              <a:ahLst/>
              <a:cxnLst/>
              <a:rect l="l" t="t" r="r" b="b"/>
              <a:pathLst>
                <a:path w="20909" h="20566" extrusionOk="0">
                  <a:moveTo>
                    <a:pt x="17279" y="18101"/>
                  </a:moveTo>
                  <a:lnTo>
                    <a:pt x="17279" y="18101"/>
                  </a:lnTo>
                  <a:lnTo>
                    <a:pt x="17279" y="18101"/>
                  </a:lnTo>
                  <a:close/>
                  <a:moveTo>
                    <a:pt x="6825" y="0"/>
                  </a:moveTo>
                  <a:lnTo>
                    <a:pt x="7030" y="5889"/>
                  </a:lnTo>
                  <a:lnTo>
                    <a:pt x="7030" y="5889"/>
                  </a:lnTo>
                  <a:lnTo>
                    <a:pt x="1256" y="4657"/>
                  </a:lnTo>
                  <a:lnTo>
                    <a:pt x="1256" y="4657"/>
                  </a:lnTo>
                  <a:lnTo>
                    <a:pt x="5227" y="9039"/>
                  </a:lnTo>
                  <a:lnTo>
                    <a:pt x="0" y="11801"/>
                  </a:lnTo>
                  <a:lnTo>
                    <a:pt x="5843" y="12623"/>
                  </a:lnTo>
                  <a:lnTo>
                    <a:pt x="3629" y="18101"/>
                  </a:lnTo>
                  <a:lnTo>
                    <a:pt x="8628" y="14951"/>
                  </a:lnTo>
                  <a:lnTo>
                    <a:pt x="10454" y="20566"/>
                  </a:lnTo>
                  <a:lnTo>
                    <a:pt x="12257" y="14951"/>
                  </a:lnTo>
                  <a:lnTo>
                    <a:pt x="17279" y="18101"/>
                  </a:lnTo>
                  <a:lnTo>
                    <a:pt x="15042" y="12623"/>
                  </a:lnTo>
                  <a:lnTo>
                    <a:pt x="20908" y="11801"/>
                  </a:lnTo>
                  <a:lnTo>
                    <a:pt x="15681" y="9039"/>
                  </a:lnTo>
                  <a:lnTo>
                    <a:pt x="19653" y="4657"/>
                  </a:lnTo>
                  <a:lnTo>
                    <a:pt x="13855" y="5889"/>
                  </a:lnTo>
                  <a:lnTo>
                    <a:pt x="14083" y="0"/>
                  </a:lnTo>
                  <a:lnTo>
                    <a:pt x="10454" y="4657"/>
                  </a:lnTo>
                  <a:lnTo>
                    <a:pt x="68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accent6"/>
        </a:solidFill>
        <a:effectLst/>
      </p:bgPr>
    </p:bg>
    <p:spTree>
      <p:nvGrpSpPr>
        <p:cNvPr id="1" name="Shape 263"/>
        <p:cNvGrpSpPr/>
        <p:nvPr/>
      </p:nvGrpSpPr>
      <p:grpSpPr>
        <a:xfrm>
          <a:off x="0" y="0"/>
          <a:ext cx="0" cy="0"/>
          <a:chOff x="0" y="0"/>
          <a:chExt cx="0" cy="0"/>
        </a:xfrm>
      </p:grpSpPr>
      <p:sp>
        <p:nvSpPr>
          <p:cNvPr id="264" name="Google Shape;264;p4"/>
          <p:cNvSpPr txBox="1">
            <a:spLocks noGrp="1"/>
          </p:cNvSpPr>
          <p:nvPr>
            <p:ph type="body" idx="1"/>
          </p:nvPr>
        </p:nvSpPr>
        <p:spPr>
          <a:xfrm>
            <a:off x="713400" y="1004675"/>
            <a:ext cx="7717200" cy="3603900"/>
          </a:xfrm>
          <a:prstGeom prst="rect">
            <a:avLst/>
          </a:prstGeom>
        </p:spPr>
        <p:txBody>
          <a:bodyPr spcFirstLastPara="1" wrap="square" lIns="91425" tIns="91425" rIns="91425" bIns="91425" anchor="t" anchorCtr="0">
            <a:noAutofit/>
          </a:bodyPr>
          <a:lstStyle>
            <a:lvl1pPr marL="457200" lvl="0" indent="-259080">
              <a:lnSpc>
                <a:spcPct val="100000"/>
              </a:lnSpc>
              <a:spcBef>
                <a:spcPts val="0"/>
              </a:spcBef>
              <a:spcAft>
                <a:spcPts val="0"/>
              </a:spcAft>
              <a:buClr>
                <a:srgbClr val="434343"/>
              </a:buClr>
              <a:buSzPts val="480"/>
              <a:buFont typeface="Roboto"/>
              <a:buAutoNum type="arabicPeriod"/>
              <a:defRPr sz="1200"/>
            </a:lvl1pPr>
            <a:lvl2pPr marL="914400" lvl="1" indent="-259080">
              <a:spcBef>
                <a:spcPts val="0"/>
              </a:spcBef>
              <a:spcAft>
                <a:spcPts val="0"/>
              </a:spcAft>
              <a:buClr>
                <a:srgbClr val="434343"/>
              </a:buClr>
              <a:buSzPts val="480"/>
              <a:buFont typeface="Roboto Condensed Light"/>
              <a:buAutoNum type="alphaLcPeriod"/>
              <a:defRPr sz="1200"/>
            </a:lvl2pPr>
            <a:lvl3pPr marL="1371600" lvl="2" indent="-259080">
              <a:spcBef>
                <a:spcPts val="0"/>
              </a:spcBef>
              <a:spcAft>
                <a:spcPts val="0"/>
              </a:spcAft>
              <a:buClr>
                <a:srgbClr val="434343"/>
              </a:buClr>
              <a:buSzPts val="480"/>
              <a:buFont typeface="Roboto Condensed Light"/>
              <a:buAutoNum type="romanLcPeriod"/>
              <a:defRPr sz="1200"/>
            </a:lvl3pPr>
            <a:lvl4pPr marL="1828800" lvl="3" indent="-259080">
              <a:spcBef>
                <a:spcPts val="0"/>
              </a:spcBef>
              <a:spcAft>
                <a:spcPts val="0"/>
              </a:spcAft>
              <a:buClr>
                <a:srgbClr val="434343"/>
              </a:buClr>
              <a:buSzPts val="480"/>
              <a:buFont typeface="Roboto Condensed Light"/>
              <a:buAutoNum type="arabicPeriod"/>
              <a:defRPr sz="1200"/>
            </a:lvl4pPr>
            <a:lvl5pPr marL="2286000" lvl="4" indent="-259080">
              <a:spcBef>
                <a:spcPts val="0"/>
              </a:spcBef>
              <a:spcAft>
                <a:spcPts val="0"/>
              </a:spcAft>
              <a:buClr>
                <a:srgbClr val="434343"/>
              </a:buClr>
              <a:buSzPts val="480"/>
              <a:buFont typeface="Roboto Condensed Light"/>
              <a:buAutoNum type="alphaLcPeriod"/>
              <a:defRPr sz="1200"/>
            </a:lvl5pPr>
            <a:lvl6pPr marL="2743200" lvl="5" indent="-259080">
              <a:spcBef>
                <a:spcPts val="0"/>
              </a:spcBef>
              <a:spcAft>
                <a:spcPts val="0"/>
              </a:spcAft>
              <a:buClr>
                <a:srgbClr val="434343"/>
              </a:buClr>
              <a:buSzPts val="480"/>
              <a:buFont typeface="Roboto Condensed Light"/>
              <a:buAutoNum type="romanLcPeriod"/>
              <a:defRPr sz="1200"/>
            </a:lvl6pPr>
            <a:lvl7pPr marL="3200400" lvl="6" indent="-259080">
              <a:spcBef>
                <a:spcPts val="0"/>
              </a:spcBef>
              <a:spcAft>
                <a:spcPts val="0"/>
              </a:spcAft>
              <a:buClr>
                <a:srgbClr val="434343"/>
              </a:buClr>
              <a:buSzPts val="480"/>
              <a:buFont typeface="Roboto Condensed Light"/>
              <a:buAutoNum type="arabicPeriod"/>
              <a:defRPr sz="1200"/>
            </a:lvl7pPr>
            <a:lvl8pPr marL="3657600" lvl="7" indent="-259080">
              <a:spcBef>
                <a:spcPts val="0"/>
              </a:spcBef>
              <a:spcAft>
                <a:spcPts val="0"/>
              </a:spcAft>
              <a:buClr>
                <a:srgbClr val="434343"/>
              </a:buClr>
              <a:buSzPts val="480"/>
              <a:buFont typeface="Roboto Condensed Light"/>
              <a:buAutoNum type="alphaLcPeriod"/>
              <a:defRPr sz="1200"/>
            </a:lvl8pPr>
            <a:lvl9pPr marL="4114800" lvl="8" indent="-259080">
              <a:spcBef>
                <a:spcPts val="0"/>
              </a:spcBef>
              <a:spcAft>
                <a:spcPts val="0"/>
              </a:spcAft>
              <a:buClr>
                <a:srgbClr val="434343"/>
              </a:buClr>
              <a:buSzPts val="480"/>
              <a:buFont typeface="Roboto Condensed Light"/>
              <a:buAutoNum type="romanLcPeriod"/>
              <a:defRPr sz="1200"/>
            </a:lvl9pPr>
          </a:lstStyle>
          <a:p>
            <a:endParaRPr/>
          </a:p>
        </p:txBody>
      </p:sp>
      <p:sp>
        <p:nvSpPr>
          <p:cNvPr id="265" name="Google Shape;265;p4"/>
          <p:cNvSpPr txBox="1">
            <a:spLocks noGrp="1"/>
          </p:cNvSpPr>
          <p:nvPr>
            <p:ph type="title"/>
          </p:nvPr>
        </p:nvSpPr>
        <p:spPr>
          <a:xfrm>
            <a:off x="713400" y="542850"/>
            <a:ext cx="7717200" cy="572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800"/>
              <a:buFont typeface="Squada One"/>
              <a:buNone/>
              <a:defRPr>
                <a:latin typeface="Squada One"/>
                <a:ea typeface="Squada One"/>
                <a:cs typeface="Squada One"/>
                <a:sym typeface="Squada One"/>
              </a:defRPr>
            </a:lvl1pPr>
            <a:lvl2pPr lvl="1" rtl="0">
              <a:spcBef>
                <a:spcPts val="0"/>
              </a:spcBef>
              <a:spcAft>
                <a:spcPts val="0"/>
              </a:spcAft>
              <a:buClr>
                <a:schemeClr val="dk1"/>
              </a:buClr>
              <a:buSzPts val="3200"/>
              <a:buNone/>
              <a:defRPr sz="3200">
                <a:solidFill>
                  <a:schemeClr val="dk1"/>
                </a:solidFill>
              </a:defRPr>
            </a:lvl2pPr>
            <a:lvl3pPr lvl="2" rtl="0">
              <a:spcBef>
                <a:spcPts val="0"/>
              </a:spcBef>
              <a:spcAft>
                <a:spcPts val="0"/>
              </a:spcAft>
              <a:buClr>
                <a:schemeClr val="dk1"/>
              </a:buClr>
              <a:buSzPts val="3200"/>
              <a:buNone/>
              <a:defRPr sz="3200">
                <a:solidFill>
                  <a:schemeClr val="dk1"/>
                </a:solidFill>
              </a:defRPr>
            </a:lvl3pPr>
            <a:lvl4pPr lvl="3" rtl="0">
              <a:spcBef>
                <a:spcPts val="0"/>
              </a:spcBef>
              <a:spcAft>
                <a:spcPts val="0"/>
              </a:spcAft>
              <a:buClr>
                <a:schemeClr val="dk1"/>
              </a:buClr>
              <a:buSzPts val="3200"/>
              <a:buNone/>
              <a:defRPr sz="3200">
                <a:solidFill>
                  <a:schemeClr val="dk1"/>
                </a:solidFill>
              </a:defRPr>
            </a:lvl4pPr>
            <a:lvl5pPr lvl="4" rtl="0">
              <a:spcBef>
                <a:spcPts val="0"/>
              </a:spcBef>
              <a:spcAft>
                <a:spcPts val="0"/>
              </a:spcAft>
              <a:buClr>
                <a:schemeClr val="dk1"/>
              </a:buClr>
              <a:buSzPts val="3200"/>
              <a:buNone/>
              <a:defRPr sz="3200">
                <a:solidFill>
                  <a:schemeClr val="dk1"/>
                </a:solidFill>
              </a:defRPr>
            </a:lvl5pPr>
            <a:lvl6pPr lvl="5" rtl="0">
              <a:spcBef>
                <a:spcPts val="0"/>
              </a:spcBef>
              <a:spcAft>
                <a:spcPts val="0"/>
              </a:spcAft>
              <a:buClr>
                <a:schemeClr val="dk1"/>
              </a:buClr>
              <a:buSzPts val="3200"/>
              <a:buNone/>
              <a:defRPr sz="3200">
                <a:solidFill>
                  <a:schemeClr val="dk1"/>
                </a:solidFill>
              </a:defRPr>
            </a:lvl6pPr>
            <a:lvl7pPr lvl="6" rtl="0">
              <a:spcBef>
                <a:spcPts val="0"/>
              </a:spcBef>
              <a:spcAft>
                <a:spcPts val="0"/>
              </a:spcAft>
              <a:buClr>
                <a:schemeClr val="dk1"/>
              </a:buClr>
              <a:buSzPts val="3200"/>
              <a:buNone/>
              <a:defRPr sz="3200">
                <a:solidFill>
                  <a:schemeClr val="dk1"/>
                </a:solidFill>
              </a:defRPr>
            </a:lvl7pPr>
            <a:lvl8pPr lvl="7" rtl="0">
              <a:spcBef>
                <a:spcPts val="0"/>
              </a:spcBef>
              <a:spcAft>
                <a:spcPts val="0"/>
              </a:spcAft>
              <a:buClr>
                <a:schemeClr val="dk1"/>
              </a:buClr>
              <a:buSzPts val="3200"/>
              <a:buNone/>
              <a:defRPr sz="3200">
                <a:solidFill>
                  <a:schemeClr val="dk1"/>
                </a:solidFill>
              </a:defRPr>
            </a:lvl8pPr>
            <a:lvl9pPr lvl="8" rtl="0">
              <a:spcBef>
                <a:spcPts val="0"/>
              </a:spcBef>
              <a:spcAft>
                <a:spcPts val="0"/>
              </a:spcAft>
              <a:buClr>
                <a:schemeClr val="dk1"/>
              </a:buClr>
              <a:buSzPts val="3200"/>
              <a:buNone/>
              <a:defRPr sz="3200">
                <a:solidFill>
                  <a:schemeClr val="dk1"/>
                </a:solidFill>
              </a:defRPr>
            </a:lvl9pPr>
          </a:lstStyle>
          <a:p>
            <a:endParaRPr/>
          </a:p>
        </p:txBody>
      </p:sp>
      <p:grpSp>
        <p:nvGrpSpPr>
          <p:cNvPr id="266" name="Google Shape;266;p4"/>
          <p:cNvGrpSpPr/>
          <p:nvPr/>
        </p:nvGrpSpPr>
        <p:grpSpPr>
          <a:xfrm>
            <a:off x="0" y="0"/>
            <a:ext cx="594625" cy="1189200"/>
            <a:chOff x="0" y="0"/>
            <a:chExt cx="594625" cy="1189200"/>
          </a:xfrm>
        </p:grpSpPr>
        <p:sp>
          <p:nvSpPr>
            <p:cNvPr id="267" name="Google Shape;267;p4"/>
            <p:cNvSpPr/>
            <p:nvPr/>
          </p:nvSpPr>
          <p:spPr>
            <a:xfrm flipH="1">
              <a:off x="0" y="550"/>
              <a:ext cx="594625" cy="594075"/>
            </a:xfrm>
            <a:custGeom>
              <a:avLst/>
              <a:gdLst/>
              <a:ahLst/>
              <a:cxnLst/>
              <a:rect l="l" t="t" r="r" b="b"/>
              <a:pathLst>
                <a:path w="23785" h="23763" extrusionOk="0">
                  <a:moveTo>
                    <a:pt x="1" y="1"/>
                  </a:moveTo>
                  <a:lnTo>
                    <a:pt x="1" y="23762"/>
                  </a:lnTo>
                  <a:lnTo>
                    <a:pt x="23785" y="23762"/>
                  </a:lnTo>
                  <a:lnTo>
                    <a:pt x="2378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flipH="1">
              <a:off x="0" y="594600"/>
              <a:ext cx="594625" cy="594600"/>
            </a:xfrm>
            <a:custGeom>
              <a:avLst/>
              <a:gdLst/>
              <a:ahLst/>
              <a:cxnLst/>
              <a:rect l="l" t="t" r="r" b="b"/>
              <a:pathLst>
                <a:path w="23785" h="23784" extrusionOk="0">
                  <a:moveTo>
                    <a:pt x="1" y="0"/>
                  </a:moveTo>
                  <a:lnTo>
                    <a:pt x="1" y="23784"/>
                  </a:lnTo>
                  <a:lnTo>
                    <a:pt x="23785" y="23784"/>
                  </a:lnTo>
                  <a:lnTo>
                    <a:pt x="23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flipH="1">
              <a:off x="0" y="594600"/>
              <a:ext cx="594625" cy="158650"/>
            </a:xfrm>
            <a:custGeom>
              <a:avLst/>
              <a:gdLst/>
              <a:ahLst/>
              <a:cxnLst/>
              <a:rect l="l" t="t" r="r" b="b"/>
              <a:pathLst>
                <a:path w="23785" h="6346" extrusionOk="0">
                  <a:moveTo>
                    <a:pt x="1" y="0"/>
                  </a:moveTo>
                  <a:cubicBezTo>
                    <a:pt x="1" y="0"/>
                    <a:pt x="5319" y="6345"/>
                    <a:pt x="11893" y="6345"/>
                  </a:cubicBezTo>
                  <a:cubicBezTo>
                    <a:pt x="18466" y="6345"/>
                    <a:pt x="23785" y="0"/>
                    <a:pt x="237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
            <p:cNvSpPr/>
            <p:nvPr/>
          </p:nvSpPr>
          <p:spPr>
            <a:xfrm flipH="1">
              <a:off x="0" y="435950"/>
              <a:ext cx="594625" cy="158675"/>
            </a:xfrm>
            <a:custGeom>
              <a:avLst/>
              <a:gdLst/>
              <a:ahLst/>
              <a:cxnLst/>
              <a:rect l="l" t="t" r="r" b="b"/>
              <a:pathLst>
                <a:path w="23785" h="6347" extrusionOk="0">
                  <a:moveTo>
                    <a:pt x="11893" y="1"/>
                  </a:moveTo>
                  <a:cubicBezTo>
                    <a:pt x="5319" y="1"/>
                    <a:pt x="1" y="6346"/>
                    <a:pt x="1" y="6346"/>
                  </a:cubicBezTo>
                  <a:lnTo>
                    <a:pt x="23785" y="6346"/>
                  </a:lnTo>
                  <a:cubicBezTo>
                    <a:pt x="23785" y="6346"/>
                    <a:pt x="18466" y="1"/>
                    <a:pt x="118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
            <p:cNvSpPr/>
            <p:nvPr/>
          </p:nvSpPr>
          <p:spPr>
            <a:xfrm flipH="1">
              <a:off x="272175" y="0"/>
              <a:ext cx="322450" cy="322425"/>
            </a:xfrm>
            <a:custGeom>
              <a:avLst/>
              <a:gdLst/>
              <a:ahLst/>
              <a:cxnLst/>
              <a:rect l="l" t="t" r="r" b="b"/>
              <a:pathLst>
                <a:path w="12898" h="12897" extrusionOk="0">
                  <a:moveTo>
                    <a:pt x="1" y="0"/>
                  </a:moveTo>
                  <a:lnTo>
                    <a:pt x="1" y="12896"/>
                  </a:lnTo>
                  <a:lnTo>
                    <a:pt x="128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
            <p:cNvSpPr/>
            <p:nvPr/>
          </p:nvSpPr>
          <p:spPr>
            <a:xfrm flipH="1">
              <a:off x="272175" y="866775"/>
              <a:ext cx="322450" cy="322425"/>
            </a:xfrm>
            <a:custGeom>
              <a:avLst/>
              <a:gdLst/>
              <a:ahLst/>
              <a:cxnLst/>
              <a:rect l="l" t="t" r="r" b="b"/>
              <a:pathLst>
                <a:path w="12898" h="12897" extrusionOk="0">
                  <a:moveTo>
                    <a:pt x="1" y="1"/>
                  </a:moveTo>
                  <a:lnTo>
                    <a:pt x="1" y="12897"/>
                  </a:lnTo>
                  <a:lnTo>
                    <a:pt x="12897" y="12897"/>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4"/>
          <p:cNvGrpSpPr/>
          <p:nvPr/>
        </p:nvGrpSpPr>
        <p:grpSpPr>
          <a:xfrm>
            <a:off x="8549361" y="3956197"/>
            <a:ext cx="594643" cy="1187295"/>
            <a:chOff x="8549361" y="3956197"/>
            <a:chExt cx="594643" cy="1187295"/>
          </a:xfrm>
        </p:grpSpPr>
        <p:sp>
          <p:nvSpPr>
            <p:cNvPr id="274" name="Google Shape;274;p4"/>
            <p:cNvSpPr/>
            <p:nvPr/>
          </p:nvSpPr>
          <p:spPr>
            <a:xfrm rot="-5400000">
              <a:off x="8549850" y="3955708"/>
              <a:ext cx="593666" cy="594643"/>
            </a:xfrm>
            <a:custGeom>
              <a:avLst/>
              <a:gdLst/>
              <a:ahLst/>
              <a:cxnLst/>
              <a:rect l="l" t="t" r="r" b="b"/>
              <a:pathLst>
                <a:path w="16070" h="14290" extrusionOk="0">
                  <a:moveTo>
                    <a:pt x="0" y="0"/>
                  </a:moveTo>
                  <a:lnTo>
                    <a:pt x="0" y="14289"/>
                  </a:lnTo>
                  <a:lnTo>
                    <a:pt x="16069" y="14289"/>
                  </a:lnTo>
                  <a:lnTo>
                    <a:pt x="1606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rot="-5400000">
              <a:off x="8550256" y="3955302"/>
              <a:ext cx="592853" cy="594643"/>
            </a:xfrm>
            <a:custGeom>
              <a:avLst/>
              <a:gdLst/>
              <a:ahLst/>
              <a:cxnLst/>
              <a:rect l="l" t="t" r="r" b="b"/>
              <a:pathLst>
                <a:path w="16048" h="14290" extrusionOk="0">
                  <a:moveTo>
                    <a:pt x="16047" y="0"/>
                  </a:moveTo>
                  <a:lnTo>
                    <a:pt x="1" y="14289"/>
                  </a:lnTo>
                  <a:lnTo>
                    <a:pt x="16047" y="14289"/>
                  </a:lnTo>
                  <a:lnTo>
                    <a:pt x="16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rot="-5400000">
              <a:off x="8550274" y="4549762"/>
              <a:ext cx="592816" cy="594643"/>
            </a:xfrm>
            <a:custGeom>
              <a:avLst/>
              <a:gdLst/>
              <a:ahLst/>
              <a:cxnLst/>
              <a:rect l="l" t="t" r="r" b="b"/>
              <a:pathLst>
                <a:path w="16047" h="14290" extrusionOk="0">
                  <a:moveTo>
                    <a:pt x="0" y="0"/>
                  </a:moveTo>
                  <a:lnTo>
                    <a:pt x="0" y="14289"/>
                  </a:lnTo>
                  <a:lnTo>
                    <a:pt x="16046" y="14289"/>
                  </a:lnTo>
                  <a:lnTo>
                    <a:pt x="160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rot="-5400000">
              <a:off x="8550274" y="4549762"/>
              <a:ext cx="592816" cy="594643"/>
            </a:xfrm>
            <a:custGeom>
              <a:avLst/>
              <a:gdLst/>
              <a:ahLst/>
              <a:cxnLst/>
              <a:rect l="l" t="t" r="r" b="b"/>
              <a:pathLst>
                <a:path w="16047" h="14290" extrusionOk="0">
                  <a:moveTo>
                    <a:pt x="16046" y="0"/>
                  </a:moveTo>
                  <a:lnTo>
                    <a:pt x="0" y="14289"/>
                  </a:lnTo>
                  <a:lnTo>
                    <a:pt x="16046" y="14289"/>
                  </a:lnTo>
                  <a:lnTo>
                    <a:pt x="1604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
            <p:cNvSpPr/>
            <p:nvPr/>
          </p:nvSpPr>
          <p:spPr>
            <a:xfrm>
              <a:off x="8795875" y="4201825"/>
              <a:ext cx="101600" cy="101600"/>
            </a:xfrm>
            <a:custGeom>
              <a:avLst/>
              <a:gdLst/>
              <a:ahLst/>
              <a:cxnLst/>
              <a:rect l="l" t="t" r="r" b="b"/>
              <a:pathLst>
                <a:path w="4064" h="4064" extrusionOk="0">
                  <a:moveTo>
                    <a:pt x="2032" y="0"/>
                  </a:moveTo>
                  <a:cubicBezTo>
                    <a:pt x="891" y="0"/>
                    <a:pt x="0" y="913"/>
                    <a:pt x="0" y="2032"/>
                  </a:cubicBezTo>
                  <a:cubicBezTo>
                    <a:pt x="0" y="3159"/>
                    <a:pt x="891" y="4064"/>
                    <a:pt x="1991" y="4064"/>
                  </a:cubicBezTo>
                  <a:cubicBezTo>
                    <a:pt x="2005" y="4064"/>
                    <a:pt x="2018" y="4064"/>
                    <a:pt x="2032" y="4063"/>
                  </a:cubicBezTo>
                  <a:cubicBezTo>
                    <a:pt x="3150" y="4063"/>
                    <a:pt x="4063" y="3173"/>
                    <a:pt x="4063" y="2032"/>
                  </a:cubicBezTo>
                  <a:cubicBezTo>
                    <a:pt x="4063" y="913"/>
                    <a:pt x="3150" y="0"/>
                    <a:pt x="20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
            <p:cNvSpPr/>
            <p:nvPr/>
          </p:nvSpPr>
          <p:spPr>
            <a:xfrm>
              <a:off x="8795875" y="4796300"/>
              <a:ext cx="101600" cy="101575"/>
            </a:xfrm>
            <a:custGeom>
              <a:avLst/>
              <a:gdLst/>
              <a:ahLst/>
              <a:cxnLst/>
              <a:rect l="l" t="t" r="r" b="b"/>
              <a:pathLst>
                <a:path w="4064" h="4063" extrusionOk="0">
                  <a:moveTo>
                    <a:pt x="2032" y="0"/>
                  </a:moveTo>
                  <a:cubicBezTo>
                    <a:pt x="913" y="0"/>
                    <a:pt x="0" y="913"/>
                    <a:pt x="0" y="2032"/>
                  </a:cubicBezTo>
                  <a:cubicBezTo>
                    <a:pt x="0" y="3150"/>
                    <a:pt x="913" y="4063"/>
                    <a:pt x="2032" y="4063"/>
                  </a:cubicBezTo>
                  <a:cubicBezTo>
                    <a:pt x="3173" y="4063"/>
                    <a:pt x="4063" y="3150"/>
                    <a:pt x="4063" y="2032"/>
                  </a:cubicBezTo>
                  <a:cubicBezTo>
                    <a:pt x="4063" y="913"/>
                    <a:pt x="3173"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4"/>
        <p:cNvGrpSpPr/>
        <p:nvPr/>
      </p:nvGrpSpPr>
      <p:grpSpPr>
        <a:xfrm>
          <a:off x="0" y="0"/>
          <a:ext cx="0" cy="0"/>
          <a:chOff x="0" y="0"/>
          <a:chExt cx="0" cy="0"/>
        </a:xfrm>
      </p:grpSpPr>
      <p:sp>
        <p:nvSpPr>
          <p:cNvPr id="395" name="Google Shape;395;p7"/>
          <p:cNvSpPr txBox="1">
            <a:spLocks noGrp="1"/>
          </p:cNvSpPr>
          <p:nvPr>
            <p:ph type="body" idx="1"/>
          </p:nvPr>
        </p:nvSpPr>
        <p:spPr>
          <a:xfrm>
            <a:off x="713350" y="1532675"/>
            <a:ext cx="3408600" cy="27711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Clr>
                <a:schemeClr val="dk2"/>
              </a:buClr>
              <a:buSzPts val="1600"/>
              <a:buChar char="●"/>
              <a:defRPr sz="1600">
                <a:solidFill>
                  <a:schemeClr val="dk2"/>
                </a:solidFill>
              </a:defRPr>
            </a:lvl1pPr>
            <a:lvl2pPr marL="914400" lvl="1" indent="-330200">
              <a:spcBef>
                <a:spcPts val="0"/>
              </a:spcBef>
              <a:spcAft>
                <a:spcPts val="0"/>
              </a:spcAft>
              <a:buClr>
                <a:schemeClr val="dk2"/>
              </a:buClr>
              <a:buSzPts val="1600"/>
              <a:buChar char="○"/>
              <a:defRPr sz="1600">
                <a:solidFill>
                  <a:schemeClr val="dk2"/>
                </a:solidFill>
              </a:defRPr>
            </a:lvl2pPr>
            <a:lvl3pPr marL="1371600" lvl="2" indent="-330200">
              <a:spcBef>
                <a:spcPts val="0"/>
              </a:spcBef>
              <a:spcAft>
                <a:spcPts val="0"/>
              </a:spcAft>
              <a:buClr>
                <a:schemeClr val="dk2"/>
              </a:buClr>
              <a:buSzPts val="1600"/>
              <a:buChar char="■"/>
              <a:defRPr sz="1600">
                <a:solidFill>
                  <a:schemeClr val="dk2"/>
                </a:solidFill>
              </a:defRPr>
            </a:lvl3pPr>
            <a:lvl4pPr marL="1828800" lvl="3" indent="-330200">
              <a:spcBef>
                <a:spcPts val="0"/>
              </a:spcBef>
              <a:spcAft>
                <a:spcPts val="0"/>
              </a:spcAft>
              <a:buClr>
                <a:schemeClr val="dk2"/>
              </a:buClr>
              <a:buSzPts val="1600"/>
              <a:buChar char="●"/>
              <a:defRPr sz="1600">
                <a:solidFill>
                  <a:schemeClr val="dk2"/>
                </a:solidFill>
              </a:defRPr>
            </a:lvl4pPr>
            <a:lvl5pPr marL="2286000" lvl="4" indent="-330200">
              <a:spcBef>
                <a:spcPts val="0"/>
              </a:spcBef>
              <a:spcAft>
                <a:spcPts val="0"/>
              </a:spcAft>
              <a:buClr>
                <a:schemeClr val="dk2"/>
              </a:buClr>
              <a:buSzPts val="1600"/>
              <a:buChar char="○"/>
              <a:defRPr sz="1600">
                <a:solidFill>
                  <a:schemeClr val="dk2"/>
                </a:solidFill>
              </a:defRPr>
            </a:lvl5pPr>
            <a:lvl6pPr marL="2743200" lvl="5" indent="-330200">
              <a:spcBef>
                <a:spcPts val="0"/>
              </a:spcBef>
              <a:spcAft>
                <a:spcPts val="0"/>
              </a:spcAft>
              <a:buClr>
                <a:schemeClr val="dk2"/>
              </a:buClr>
              <a:buSzPts val="1600"/>
              <a:buChar char="■"/>
              <a:defRPr sz="1600">
                <a:solidFill>
                  <a:schemeClr val="dk2"/>
                </a:solidFill>
              </a:defRPr>
            </a:lvl6pPr>
            <a:lvl7pPr marL="3200400" lvl="6" indent="-330200">
              <a:spcBef>
                <a:spcPts val="0"/>
              </a:spcBef>
              <a:spcAft>
                <a:spcPts val="0"/>
              </a:spcAft>
              <a:buClr>
                <a:schemeClr val="dk2"/>
              </a:buClr>
              <a:buSzPts val="1600"/>
              <a:buChar char="●"/>
              <a:defRPr sz="1600">
                <a:solidFill>
                  <a:schemeClr val="dk2"/>
                </a:solidFill>
              </a:defRPr>
            </a:lvl7pPr>
            <a:lvl8pPr marL="3657600" lvl="7" indent="-330200">
              <a:spcBef>
                <a:spcPts val="0"/>
              </a:spcBef>
              <a:spcAft>
                <a:spcPts val="0"/>
              </a:spcAft>
              <a:buClr>
                <a:schemeClr val="dk2"/>
              </a:buClr>
              <a:buSzPts val="1600"/>
              <a:buChar char="○"/>
              <a:defRPr sz="1600">
                <a:solidFill>
                  <a:schemeClr val="dk2"/>
                </a:solidFill>
              </a:defRPr>
            </a:lvl8pPr>
            <a:lvl9pPr marL="4114800" lvl="8" indent="-330200">
              <a:spcBef>
                <a:spcPts val="0"/>
              </a:spcBef>
              <a:spcAft>
                <a:spcPts val="0"/>
              </a:spcAft>
              <a:buClr>
                <a:schemeClr val="dk2"/>
              </a:buClr>
              <a:buSzPts val="1600"/>
              <a:buChar char="■"/>
              <a:defRPr sz="1600">
                <a:solidFill>
                  <a:schemeClr val="dk2"/>
                </a:solidFill>
              </a:defRPr>
            </a:lvl9pPr>
          </a:lstStyle>
          <a:p>
            <a:endParaRPr/>
          </a:p>
        </p:txBody>
      </p:sp>
      <p:grpSp>
        <p:nvGrpSpPr>
          <p:cNvPr id="396" name="Google Shape;396;p7"/>
          <p:cNvGrpSpPr/>
          <p:nvPr/>
        </p:nvGrpSpPr>
        <p:grpSpPr>
          <a:xfrm>
            <a:off x="7765675" y="-12"/>
            <a:ext cx="1403872" cy="3205688"/>
            <a:chOff x="7730300" y="-12"/>
            <a:chExt cx="1403872" cy="3205688"/>
          </a:xfrm>
        </p:grpSpPr>
        <p:grpSp>
          <p:nvGrpSpPr>
            <p:cNvPr id="397" name="Google Shape;397;p7"/>
            <p:cNvGrpSpPr/>
            <p:nvPr/>
          </p:nvGrpSpPr>
          <p:grpSpPr>
            <a:xfrm rot="10800000" flipH="1">
              <a:off x="8727125" y="-12"/>
              <a:ext cx="407047" cy="2198100"/>
              <a:chOff x="2831975" y="2866675"/>
              <a:chExt cx="407047" cy="2198100"/>
            </a:xfrm>
          </p:grpSpPr>
          <p:sp>
            <p:nvSpPr>
              <p:cNvPr id="398" name="Google Shape;398;p7"/>
              <p:cNvSpPr/>
              <p:nvPr/>
            </p:nvSpPr>
            <p:spPr>
              <a:xfrm>
                <a:off x="2831975" y="2866675"/>
                <a:ext cx="407047" cy="944425"/>
              </a:xfrm>
              <a:custGeom>
                <a:avLst/>
                <a:gdLst/>
                <a:ahLst/>
                <a:cxnLst/>
                <a:rect l="l" t="t" r="r" b="b"/>
                <a:pathLst>
                  <a:path w="37777" h="37777" extrusionOk="0">
                    <a:moveTo>
                      <a:pt x="0" y="0"/>
                    </a:moveTo>
                    <a:lnTo>
                      <a:pt x="0" y="37776"/>
                    </a:lnTo>
                    <a:lnTo>
                      <a:pt x="37776" y="37776"/>
                    </a:lnTo>
                    <a:lnTo>
                      <a:pt x="377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7"/>
              <p:cNvSpPr/>
              <p:nvPr/>
            </p:nvSpPr>
            <p:spPr>
              <a:xfrm>
                <a:off x="2831975" y="2866675"/>
                <a:ext cx="407047" cy="944425"/>
              </a:xfrm>
              <a:custGeom>
                <a:avLst/>
                <a:gdLst/>
                <a:ahLst/>
                <a:cxnLst/>
                <a:rect l="l" t="t" r="r" b="b"/>
                <a:pathLst>
                  <a:path w="37777" h="37777" extrusionOk="0">
                    <a:moveTo>
                      <a:pt x="0" y="0"/>
                    </a:moveTo>
                    <a:lnTo>
                      <a:pt x="0" y="37776"/>
                    </a:lnTo>
                    <a:lnTo>
                      <a:pt x="37776" y="37776"/>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7"/>
              <p:cNvSpPr/>
              <p:nvPr/>
            </p:nvSpPr>
            <p:spPr>
              <a:xfrm>
                <a:off x="2831975" y="3809925"/>
                <a:ext cx="407023" cy="1254850"/>
              </a:xfrm>
              <a:custGeom>
                <a:avLst/>
                <a:gdLst/>
                <a:ahLst/>
                <a:cxnLst/>
                <a:rect l="l" t="t" r="r" b="b"/>
                <a:pathLst>
                  <a:path w="25063" h="50194" extrusionOk="0">
                    <a:moveTo>
                      <a:pt x="0" y="1"/>
                    </a:moveTo>
                    <a:lnTo>
                      <a:pt x="0" y="50193"/>
                    </a:lnTo>
                    <a:lnTo>
                      <a:pt x="25062" y="50193"/>
                    </a:lnTo>
                    <a:lnTo>
                      <a:pt x="250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7"/>
              <p:cNvSpPr/>
              <p:nvPr/>
            </p:nvSpPr>
            <p:spPr>
              <a:xfrm>
                <a:off x="2831975" y="4751475"/>
                <a:ext cx="407023" cy="313300"/>
              </a:xfrm>
              <a:custGeom>
                <a:avLst/>
                <a:gdLst/>
                <a:ahLst/>
                <a:cxnLst/>
                <a:rect l="l" t="t" r="r" b="b"/>
                <a:pathLst>
                  <a:path w="25063" h="12532" extrusionOk="0">
                    <a:moveTo>
                      <a:pt x="0" y="0"/>
                    </a:moveTo>
                    <a:lnTo>
                      <a:pt x="12531" y="12531"/>
                    </a:lnTo>
                    <a:lnTo>
                      <a:pt x="250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7"/>
              <p:cNvSpPr/>
              <p:nvPr/>
            </p:nvSpPr>
            <p:spPr>
              <a:xfrm>
                <a:off x="2831975" y="3809925"/>
                <a:ext cx="407023" cy="31330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7"/>
              <p:cNvSpPr/>
              <p:nvPr/>
            </p:nvSpPr>
            <p:spPr>
              <a:xfrm>
                <a:off x="2831975" y="4123775"/>
                <a:ext cx="407023" cy="313300"/>
              </a:xfrm>
              <a:custGeom>
                <a:avLst/>
                <a:gdLst/>
                <a:ahLst/>
                <a:cxnLst/>
                <a:rect l="l" t="t" r="r" b="b"/>
                <a:pathLst>
                  <a:path w="25063" h="12532" extrusionOk="0">
                    <a:moveTo>
                      <a:pt x="0" y="0"/>
                    </a:moveTo>
                    <a:lnTo>
                      <a:pt x="12531" y="12531"/>
                    </a:lnTo>
                    <a:lnTo>
                      <a:pt x="2506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7"/>
              <p:cNvSpPr/>
              <p:nvPr/>
            </p:nvSpPr>
            <p:spPr>
              <a:xfrm>
                <a:off x="2831975" y="4437625"/>
                <a:ext cx="407023" cy="31330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 name="Google Shape;405;p7"/>
            <p:cNvGrpSpPr/>
            <p:nvPr/>
          </p:nvGrpSpPr>
          <p:grpSpPr>
            <a:xfrm rot="10800000" flipH="1">
              <a:off x="8875575" y="2410825"/>
              <a:ext cx="110150" cy="794850"/>
              <a:chOff x="2093725" y="3669238"/>
              <a:chExt cx="110150" cy="794850"/>
            </a:xfrm>
          </p:grpSpPr>
          <p:sp>
            <p:nvSpPr>
              <p:cNvPr id="406" name="Google Shape;406;p7"/>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7"/>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7"/>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7"/>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7"/>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7"/>
            <p:cNvGrpSpPr/>
            <p:nvPr/>
          </p:nvGrpSpPr>
          <p:grpSpPr>
            <a:xfrm rot="-5400000" flipH="1">
              <a:off x="8072650" y="-171825"/>
              <a:ext cx="110150" cy="794850"/>
              <a:chOff x="2093725" y="3669238"/>
              <a:chExt cx="110150" cy="794850"/>
            </a:xfrm>
          </p:grpSpPr>
          <p:sp>
            <p:nvSpPr>
              <p:cNvPr id="412" name="Google Shape;412;p7"/>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7"/>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7"/>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7"/>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7"/>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17" name="Google Shape;417;p7"/>
          <p:cNvSpPr txBox="1">
            <a:spLocks noGrp="1"/>
          </p:cNvSpPr>
          <p:nvPr>
            <p:ph type="title"/>
          </p:nvPr>
        </p:nvSpPr>
        <p:spPr>
          <a:xfrm>
            <a:off x="713400" y="539496"/>
            <a:ext cx="7717200" cy="572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800"/>
              <a:buNone/>
              <a:defRPr/>
            </a:lvl1pPr>
            <a:lvl2pPr lvl="1" rtl="0">
              <a:spcBef>
                <a:spcPts val="0"/>
              </a:spcBef>
              <a:spcAft>
                <a:spcPts val="0"/>
              </a:spcAft>
              <a:buClr>
                <a:schemeClr val="dk1"/>
              </a:buClr>
              <a:buSzPts val="3200"/>
              <a:buFont typeface="Squada One"/>
              <a:buNone/>
              <a:defRPr sz="3200">
                <a:solidFill>
                  <a:schemeClr val="dk1"/>
                </a:solidFill>
                <a:latin typeface="Squada One"/>
                <a:ea typeface="Squada One"/>
                <a:cs typeface="Squada One"/>
                <a:sym typeface="Squada One"/>
              </a:defRPr>
            </a:lvl2pPr>
            <a:lvl3pPr lvl="2" rtl="0">
              <a:spcBef>
                <a:spcPts val="0"/>
              </a:spcBef>
              <a:spcAft>
                <a:spcPts val="0"/>
              </a:spcAft>
              <a:buClr>
                <a:schemeClr val="dk1"/>
              </a:buClr>
              <a:buSzPts val="3200"/>
              <a:buFont typeface="Squada One"/>
              <a:buNone/>
              <a:defRPr sz="3200">
                <a:solidFill>
                  <a:schemeClr val="dk1"/>
                </a:solidFill>
                <a:latin typeface="Squada One"/>
                <a:ea typeface="Squada One"/>
                <a:cs typeface="Squada One"/>
                <a:sym typeface="Squada One"/>
              </a:defRPr>
            </a:lvl3pPr>
            <a:lvl4pPr lvl="3" rtl="0">
              <a:spcBef>
                <a:spcPts val="0"/>
              </a:spcBef>
              <a:spcAft>
                <a:spcPts val="0"/>
              </a:spcAft>
              <a:buClr>
                <a:schemeClr val="dk1"/>
              </a:buClr>
              <a:buSzPts val="3200"/>
              <a:buFont typeface="Squada One"/>
              <a:buNone/>
              <a:defRPr sz="3200">
                <a:solidFill>
                  <a:schemeClr val="dk1"/>
                </a:solidFill>
                <a:latin typeface="Squada One"/>
                <a:ea typeface="Squada One"/>
                <a:cs typeface="Squada One"/>
                <a:sym typeface="Squada One"/>
              </a:defRPr>
            </a:lvl4pPr>
            <a:lvl5pPr lvl="4" rtl="0">
              <a:spcBef>
                <a:spcPts val="0"/>
              </a:spcBef>
              <a:spcAft>
                <a:spcPts val="0"/>
              </a:spcAft>
              <a:buClr>
                <a:schemeClr val="dk1"/>
              </a:buClr>
              <a:buSzPts val="3200"/>
              <a:buFont typeface="Squada One"/>
              <a:buNone/>
              <a:defRPr sz="3200">
                <a:solidFill>
                  <a:schemeClr val="dk1"/>
                </a:solidFill>
                <a:latin typeface="Squada One"/>
                <a:ea typeface="Squada One"/>
                <a:cs typeface="Squada One"/>
                <a:sym typeface="Squada One"/>
              </a:defRPr>
            </a:lvl5pPr>
            <a:lvl6pPr lvl="5" rtl="0">
              <a:spcBef>
                <a:spcPts val="0"/>
              </a:spcBef>
              <a:spcAft>
                <a:spcPts val="0"/>
              </a:spcAft>
              <a:buClr>
                <a:schemeClr val="dk1"/>
              </a:buClr>
              <a:buSzPts val="3200"/>
              <a:buFont typeface="Squada One"/>
              <a:buNone/>
              <a:defRPr sz="3200">
                <a:solidFill>
                  <a:schemeClr val="dk1"/>
                </a:solidFill>
                <a:latin typeface="Squada One"/>
                <a:ea typeface="Squada One"/>
                <a:cs typeface="Squada One"/>
                <a:sym typeface="Squada One"/>
              </a:defRPr>
            </a:lvl6pPr>
            <a:lvl7pPr lvl="6" rtl="0">
              <a:spcBef>
                <a:spcPts val="0"/>
              </a:spcBef>
              <a:spcAft>
                <a:spcPts val="0"/>
              </a:spcAft>
              <a:buClr>
                <a:schemeClr val="dk1"/>
              </a:buClr>
              <a:buSzPts val="3200"/>
              <a:buFont typeface="Squada One"/>
              <a:buNone/>
              <a:defRPr sz="3200">
                <a:solidFill>
                  <a:schemeClr val="dk1"/>
                </a:solidFill>
                <a:latin typeface="Squada One"/>
                <a:ea typeface="Squada One"/>
                <a:cs typeface="Squada One"/>
                <a:sym typeface="Squada One"/>
              </a:defRPr>
            </a:lvl7pPr>
            <a:lvl8pPr lvl="7" rtl="0">
              <a:spcBef>
                <a:spcPts val="0"/>
              </a:spcBef>
              <a:spcAft>
                <a:spcPts val="0"/>
              </a:spcAft>
              <a:buClr>
                <a:schemeClr val="dk1"/>
              </a:buClr>
              <a:buSzPts val="3200"/>
              <a:buFont typeface="Squada One"/>
              <a:buNone/>
              <a:defRPr sz="3200">
                <a:solidFill>
                  <a:schemeClr val="dk1"/>
                </a:solidFill>
                <a:latin typeface="Squada One"/>
                <a:ea typeface="Squada One"/>
                <a:cs typeface="Squada One"/>
                <a:sym typeface="Squada One"/>
              </a:defRPr>
            </a:lvl8pPr>
            <a:lvl9pPr lvl="8" rtl="0">
              <a:spcBef>
                <a:spcPts val="0"/>
              </a:spcBef>
              <a:spcAft>
                <a:spcPts val="0"/>
              </a:spcAft>
              <a:buClr>
                <a:schemeClr val="dk1"/>
              </a:buClr>
              <a:buSzPts val="3200"/>
              <a:buFont typeface="Squada One"/>
              <a:buNone/>
              <a:defRPr sz="3200">
                <a:solidFill>
                  <a:schemeClr val="dk1"/>
                </a:solidFill>
                <a:latin typeface="Squada One"/>
                <a:ea typeface="Squada One"/>
                <a:cs typeface="Squada One"/>
                <a:sym typeface="Squada 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2"/>
        <p:cNvGrpSpPr/>
        <p:nvPr/>
      </p:nvGrpSpPr>
      <p:grpSpPr>
        <a:xfrm>
          <a:off x="0" y="0"/>
          <a:ext cx="0" cy="0"/>
          <a:chOff x="0" y="0"/>
          <a:chExt cx="0" cy="0"/>
        </a:xfrm>
      </p:grpSpPr>
      <p:sp>
        <p:nvSpPr>
          <p:cNvPr id="543" name="Google Shape;543;p9"/>
          <p:cNvSpPr txBox="1">
            <a:spLocks noGrp="1"/>
          </p:cNvSpPr>
          <p:nvPr>
            <p:ph type="subTitle" idx="1"/>
          </p:nvPr>
        </p:nvSpPr>
        <p:spPr>
          <a:xfrm>
            <a:off x="713400" y="1743775"/>
            <a:ext cx="3858600" cy="217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2"/>
              </a:buClr>
              <a:buSzPts val="1600"/>
              <a:buChar char="●"/>
              <a:defRPr sz="1600">
                <a:solidFill>
                  <a:schemeClr val="dk2"/>
                </a:solidFill>
              </a:defRPr>
            </a:lvl1pPr>
            <a:lvl2pPr lvl="1" algn="ctr">
              <a:lnSpc>
                <a:spcPct val="100000"/>
              </a:lnSpc>
              <a:spcBef>
                <a:spcPts val="0"/>
              </a:spcBef>
              <a:spcAft>
                <a:spcPts val="0"/>
              </a:spcAft>
              <a:buClr>
                <a:schemeClr val="dk2"/>
              </a:buClr>
              <a:buSzPts val="1600"/>
              <a:buChar char="○"/>
              <a:defRPr sz="1600">
                <a:solidFill>
                  <a:schemeClr val="dk2"/>
                </a:solidFill>
              </a:defRPr>
            </a:lvl2pPr>
            <a:lvl3pPr lvl="2" algn="ctr">
              <a:lnSpc>
                <a:spcPct val="100000"/>
              </a:lnSpc>
              <a:spcBef>
                <a:spcPts val="0"/>
              </a:spcBef>
              <a:spcAft>
                <a:spcPts val="0"/>
              </a:spcAft>
              <a:buClr>
                <a:schemeClr val="dk2"/>
              </a:buClr>
              <a:buSzPts val="1600"/>
              <a:buChar char="■"/>
              <a:defRPr sz="1600">
                <a:solidFill>
                  <a:schemeClr val="dk2"/>
                </a:solidFill>
              </a:defRPr>
            </a:lvl3pPr>
            <a:lvl4pPr lvl="3" algn="ctr">
              <a:lnSpc>
                <a:spcPct val="100000"/>
              </a:lnSpc>
              <a:spcBef>
                <a:spcPts val="0"/>
              </a:spcBef>
              <a:spcAft>
                <a:spcPts val="0"/>
              </a:spcAft>
              <a:buClr>
                <a:schemeClr val="dk2"/>
              </a:buClr>
              <a:buSzPts val="1600"/>
              <a:buChar char="●"/>
              <a:defRPr sz="1600">
                <a:solidFill>
                  <a:schemeClr val="dk2"/>
                </a:solidFill>
              </a:defRPr>
            </a:lvl4pPr>
            <a:lvl5pPr lvl="4" algn="ctr">
              <a:lnSpc>
                <a:spcPct val="100000"/>
              </a:lnSpc>
              <a:spcBef>
                <a:spcPts val="0"/>
              </a:spcBef>
              <a:spcAft>
                <a:spcPts val="0"/>
              </a:spcAft>
              <a:buClr>
                <a:schemeClr val="dk2"/>
              </a:buClr>
              <a:buSzPts val="1600"/>
              <a:buChar char="○"/>
              <a:defRPr sz="1600">
                <a:solidFill>
                  <a:schemeClr val="dk2"/>
                </a:solidFill>
              </a:defRPr>
            </a:lvl5pPr>
            <a:lvl6pPr lvl="5" algn="ctr">
              <a:lnSpc>
                <a:spcPct val="100000"/>
              </a:lnSpc>
              <a:spcBef>
                <a:spcPts val="0"/>
              </a:spcBef>
              <a:spcAft>
                <a:spcPts val="0"/>
              </a:spcAft>
              <a:buClr>
                <a:schemeClr val="dk2"/>
              </a:buClr>
              <a:buSzPts val="1600"/>
              <a:buChar char="■"/>
              <a:defRPr sz="1600">
                <a:solidFill>
                  <a:schemeClr val="dk2"/>
                </a:solidFill>
              </a:defRPr>
            </a:lvl6pPr>
            <a:lvl7pPr lvl="6" algn="ctr">
              <a:lnSpc>
                <a:spcPct val="100000"/>
              </a:lnSpc>
              <a:spcBef>
                <a:spcPts val="0"/>
              </a:spcBef>
              <a:spcAft>
                <a:spcPts val="0"/>
              </a:spcAft>
              <a:buClr>
                <a:schemeClr val="dk2"/>
              </a:buClr>
              <a:buSzPts val="1600"/>
              <a:buChar char="●"/>
              <a:defRPr sz="1600">
                <a:solidFill>
                  <a:schemeClr val="dk2"/>
                </a:solidFill>
              </a:defRPr>
            </a:lvl7pPr>
            <a:lvl8pPr lvl="7" algn="ctr">
              <a:lnSpc>
                <a:spcPct val="100000"/>
              </a:lnSpc>
              <a:spcBef>
                <a:spcPts val="0"/>
              </a:spcBef>
              <a:spcAft>
                <a:spcPts val="0"/>
              </a:spcAft>
              <a:buClr>
                <a:schemeClr val="dk2"/>
              </a:buClr>
              <a:buSzPts val="1600"/>
              <a:buChar char="○"/>
              <a:defRPr sz="1600">
                <a:solidFill>
                  <a:schemeClr val="dk2"/>
                </a:solidFill>
              </a:defRPr>
            </a:lvl8pPr>
            <a:lvl9pPr lvl="8" algn="ctr">
              <a:lnSpc>
                <a:spcPct val="100000"/>
              </a:lnSpc>
              <a:spcBef>
                <a:spcPts val="0"/>
              </a:spcBef>
              <a:spcAft>
                <a:spcPts val="0"/>
              </a:spcAft>
              <a:buClr>
                <a:schemeClr val="dk2"/>
              </a:buClr>
              <a:buSzPts val="1600"/>
              <a:buChar char="■"/>
              <a:defRPr sz="1600">
                <a:solidFill>
                  <a:schemeClr val="dk2"/>
                </a:solidFill>
              </a:defRPr>
            </a:lvl9pPr>
          </a:lstStyle>
          <a:p>
            <a:endParaRPr/>
          </a:p>
        </p:txBody>
      </p:sp>
      <p:sp>
        <p:nvSpPr>
          <p:cNvPr id="544" name="Google Shape;544;p9"/>
          <p:cNvSpPr txBox="1">
            <a:spLocks noGrp="1"/>
          </p:cNvSpPr>
          <p:nvPr>
            <p:ph type="title"/>
          </p:nvPr>
        </p:nvSpPr>
        <p:spPr>
          <a:xfrm>
            <a:off x="713400" y="542850"/>
            <a:ext cx="7717200" cy="572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800"/>
              <a:buNone/>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grpSp>
        <p:nvGrpSpPr>
          <p:cNvPr id="545" name="Google Shape;545;p9"/>
          <p:cNvGrpSpPr/>
          <p:nvPr/>
        </p:nvGrpSpPr>
        <p:grpSpPr>
          <a:xfrm>
            <a:off x="8095253" y="3107116"/>
            <a:ext cx="1048677" cy="2036373"/>
            <a:chOff x="8388742" y="3676913"/>
            <a:chExt cx="755259" cy="1466599"/>
          </a:xfrm>
        </p:grpSpPr>
        <p:sp>
          <p:nvSpPr>
            <p:cNvPr id="546" name="Google Shape;546;p9"/>
            <p:cNvSpPr/>
            <p:nvPr/>
          </p:nvSpPr>
          <p:spPr>
            <a:xfrm>
              <a:off x="8578488" y="3676913"/>
              <a:ext cx="558675" cy="562650"/>
            </a:xfrm>
            <a:custGeom>
              <a:avLst/>
              <a:gdLst/>
              <a:ahLst/>
              <a:cxnLst/>
              <a:rect l="l" t="t" r="r" b="b"/>
              <a:pathLst>
                <a:path w="22347" h="22506" extrusionOk="0">
                  <a:moveTo>
                    <a:pt x="11185" y="4931"/>
                  </a:moveTo>
                  <a:cubicBezTo>
                    <a:pt x="14723" y="4931"/>
                    <a:pt x="17394" y="7647"/>
                    <a:pt x="17394" y="11253"/>
                  </a:cubicBezTo>
                  <a:cubicBezTo>
                    <a:pt x="17394" y="14860"/>
                    <a:pt x="14723" y="17576"/>
                    <a:pt x="11185" y="17576"/>
                  </a:cubicBezTo>
                  <a:cubicBezTo>
                    <a:pt x="8195" y="17576"/>
                    <a:pt x="5022" y="15362"/>
                    <a:pt x="5022" y="11253"/>
                  </a:cubicBezTo>
                  <a:cubicBezTo>
                    <a:pt x="5022" y="8195"/>
                    <a:pt x="7191" y="4931"/>
                    <a:pt x="11185" y="4931"/>
                  </a:cubicBezTo>
                  <a:close/>
                  <a:moveTo>
                    <a:pt x="11185" y="0"/>
                  </a:moveTo>
                  <a:cubicBezTo>
                    <a:pt x="4817" y="0"/>
                    <a:pt x="1" y="4839"/>
                    <a:pt x="1" y="11253"/>
                  </a:cubicBezTo>
                  <a:cubicBezTo>
                    <a:pt x="1" y="17667"/>
                    <a:pt x="4817" y="22506"/>
                    <a:pt x="11185" y="22506"/>
                  </a:cubicBezTo>
                  <a:cubicBezTo>
                    <a:pt x="17554" y="22506"/>
                    <a:pt x="22347" y="17667"/>
                    <a:pt x="22347" y="11230"/>
                  </a:cubicBezTo>
                  <a:cubicBezTo>
                    <a:pt x="22347" y="4839"/>
                    <a:pt x="17554" y="0"/>
                    <a:pt x="11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7" name="Google Shape;547;p9"/>
            <p:cNvGrpSpPr/>
            <p:nvPr/>
          </p:nvGrpSpPr>
          <p:grpSpPr>
            <a:xfrm>
              <a:off x="8388742" y="4538759"/>
              <a:ext cx="755259" cy="604752"/>
              <a:chOff x="7678900" y="3970370"/>
              <a:chExt cx="1465100" cy="1173138"/>
            </a:xfrm>
          </p:grpSpPr>
          <p:sp>
            <p:nvSpPr>
              <p:cNvPr id="548" name="Google Shape;548;p9"/>
              <p:cNvSpPr/>
              <p:nvPr/>
            </p:nvSpPr>
            <p:spPr>
              <a:xfrm>
                <a:off x="8033774" y="3970370"/>
                <a:ext cx="1110221" cy="817813"/>
              </a:xfrm>
              <a:custGeom>
                <a:avLst/>
                <a:gdLst/>
                <a:ahLst/>
                <a:cxnLst/>
                <a:rect l="l" t="t" r="r" b="b"/>
                <a:pathLst>
                  <a:path w="31637" h="22187" extrusionOk="0">
                    <a:moveTo>
                      <a:pt x="0" y="0"/>
                    </a:moveTo>
                    <a:lnTo>
                      <a:pt x="0" y="22187"/>
                    </a:lnTo>
                    <a:lnTo>
                      <a:pt x="31636" y="22187"/>
                    </a:lnTo>
                    <a:lnTo>
                      <a:pt x="316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9"/>
              <p:cNvSpPr/>
              <p:nvPr/>
            </p:nvSpPr>
            <p:spPr>
              <a:xfrm>
                <a:off x="7678900" y="4424924"/>
                <a:ext cx="712939" cy="718554"/>
              </a:xfrm>
              <a:custGeom>
                <a:avLst/>
                <a:gdLst/>
                <a:ahLst/>
                <a:cxnLst/>
                <a:rect l="l" t="t" r="r" b="b"/>
                <a:pathLst>
                  <a:path w="20316" h="20476" extrusionOk="0">
                    <a:moveTo>
                      <a:pt x="10181" y="1"/>
                    </a:moveTo>
                    <a:cubicBezTo>
                      <a:pt x="4383" y="1"/>
                      <a:pt x="1" y="4406"/>
                      <a:pt x="1" y="10227"/>
                    </a:cubicBezTo>
                    <a:cubicBezTo>
                      <a:pt x="1" y="16047"/>
                      <a:pt x="4360" y="20452"/>
                      <a:pt x="10112" y="20475"/>
                    </a:cubicBezTo>
                    <a:lnTo>
                      <a:pt x="10112" y="15979"/>
                    </a:lnTo>
                    <a:cubicBezTo>
                      <a:pt x="7419" y="15956"/>
                      <a:pt x="4566" y="13947"/>
                      <a:pt x="4566" y="10227"/>
                    </a:cubicBezTo>
                    <a:cubicBezTo>
                      <a:pt x="4566" y="7465"/>
                      <a:pt x="6551" y="4498"/>
                      <a:pt x="10181" y="4498"/>
                    </a:cubicBezTo>
                    <a:cubicBezTo>
                      <a:pt x="13331" y="4498"/>
                      <a:pt x="15704" y="6849"/>
                      <a:pt x="15796" y="10021"/>
                    </a:cubicBezTo>
                    <a:lnTo>
                      <a:pt x="20315" y="10021"/>
                    </a:lnTo>
                    <a:cubicBezTo>
                      <a:pt x="20224" y="4292"/>
                      <a:pt x="15887" y="1"/>
                      <a:pt x="101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9"/>
              <p:cNvSpPr/>
              <p:nvPr/>
            </p:nvSpPr>
            <p:spPr>
              <a:xfrm>
                <a:off x="8033774" y="4753355"/>
                <a:ext cx="1110221" cy="390153"/>
              </a:xfrm>
              <a:custGeom>
                <a:avLst/>
                <a:gdLst/>
                <a:ahLst/>
                <a:cxnLst/>
                <a:rect l="l" t="t" r="r" b="b"/>
                <a:pathLst>
                  <a:path w="31637" h="10364" extrusionOk="0">
                    <a:moveTo>
                      <a:pt x="0" y="1"/>
                    </a:moveTo>
                    <a:lnTo>
                      <a:pt x="0" y="10363"/>
                    </a:lnTo>
                    <a:lnTo>
                      <a:pt x="31636" y="10363"/>
                    </a:lnTo>
                    <a:lnTo>
                      <a:pt x="316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9"/>
              <p:cNvSpPr/>
              <p:nvPr/>
            </p:nvSpPr>
            <p:spPr>
              <a:xfrm>
                <a:off x="8742825" y="4396100"/>
                <a:ext cx="401175" cy="357250"/>
              </a:xfrm>
              <a:custGeom>
                <a:avLst/>
                <a:gdLst/>
                <a:ahLst/>
                <a:cxnLst/>
                <a:rect l="l" t="t" r="r" b="b"/>
                <a:pathLst>
                  <a:path w="16047" h="14290" extrusionOk="0">
                    <a:moveTo>
                      <a:pt x="16046" y="0"/>
                    </a:moveTo>
                    <a:lnTo>
                      <a:pt x="0" y="14289"/>
                    </a:lnTo>
                    <a:lnTo>
                      <a:pt x="16046" y="14289"/>
                    </a:lnTo>
                    <a:lnTo>
                      <a:pt x="1604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 name="Google Shape;552;p9"/>
            <p:cNvSpPr/>
            <p:nvPr/>
          </p:nvSpPr>
          <p:spPr>
            <a:xfrm>
              <a:off x="8571686" y="3934003"/>
              <a:ext cx="572313" cy="421608"/>
            </a:xfrm>
            <a:custGeom>
              <a:avLst/>
              <a:gdLst/>
              <a:ahLst/>
              <a:cxnLst/>
              <a:rect l="l" t="t" r="r" b="b"/>
              <a:pathLst>
                <a:path w="31637" h="22187" extrusionOk="0">
                  <a:moveTo>
                    <a:pt x="0" y="0"/>
                  </a:moveTo>
                  <a:lnTo>
                    <a:pt x="0" y="22187"/>
                  </a:lnTo>
                  <a:lnTo>
                    <a:pt x="31636" y="22187"/>
                  </a:lnTo>
                  <a:lnTo>
                    <a:pt x="316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
            <p:cNvSpPr/>
            <p:nvPr/>
          </p:nvSpPr>
          <p:spPr>
            <a:xfrm>
              <a:off x="8966130" y="4001245"/>
              <a:ext cx="115215" cy="115215"/>
            </a:xfrm>
            <a:custGeom>
              <a:avLst/>
              <a:gdLst/>
              <a:ahLst/>
              <a:cxnLst/>
              <a:rect l="l" t="t" r="r" b="b"/>
              <a:pathLst>
                <a:path w="6369" h="6369" extrusionOk="0">
                  <a:moveTo>
                    <a:pt x="3196" y="1"/>
                  </a:moveTo>
                  <a:cubicBezTo>
                    <a:pt x="1439" y="1"/>
                    <a:pt x="1" y="1439"/>
                    <a:pt x="1" y="3196"/>
                  </a:cubicBezTo>
                  <a:cubicBezTo>
                    <a:pt x="1" y="4954"/>
                    <a:pt x="1439" y="6369"/>
                    <a:pt x="3196" y="6369"/>
                  </a:cubicBezTo>
                  <a:cubicBezTo>
                    <a:pt x="4954" y="6369"/>
                    <a:pt x="6369" y="4954"/>
                    <a:pt x="6369" y="3196"/>
                  </a:cubicBezTo>
                  <a:cubicBezTo>
                    <a:pt x="6369" y="1439"/>
                    <a:pt x="4954" y="1"/>
                    <a:pt x="31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9"/>
            <p:cNvSpPr/>
            <p:nvPr/>
          </p:nvSpPr>
          <p:spPr>
            <a:xfrm>
              <a:off x="8571686" y="4337635"/>
              <a:ext cx="572313" cy="201113"/>
            </a:xfrm>
            <a:custGeom>
              <a:avLst/>
              <a:gdLst/>
              <a:ahLst/>
              <a:cxnLst/>
              <a:rect l="l" t="t" r="r" b="b"/>
              <a:pathLst>
                <a:path w="31637" h="10364" extrusionOk="0">
                  <a:moveTo>
                    <a:pt x="0" y="1"/>
                  </a:moveTo>
                  <a:lnTo>
                    <a:pt x="0" y="10363"/>
                  </a:lnTo>
                  <a:lnTo>
                    <a:pt x="31636" y="10363"/>
                  </a:lnTo>
                  <a:lnTo>
                    <a:pt x="316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8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CUSTOM_4">
    <p:spTree>
      <p:nvGrpSpPr>
        <p:cNvPr id="1" name="Shape 726"/>
        <p:cNvGrpSpPr/>
        <p:nvPr/>
      </p:nvGrpSpPr>
      <p:grpSpPr>
        <a:xfrm>
          <a:off x="0" y="0"/>
          <a:ext cx="0" cy="0"/>
          <a:chOff x="0" y="0"/>
          <a:chExt cx="0" cy="0"/>
        </a:xfrm>
      </p:grpSpPr>
      <p:sp>
        <p:nvSpPr>
          <p:cNvPr id="727" name="Google Shape;727;p14"/>
          <p:cNvSpPr txBox="1">
            <a:spLocks noGrp="1"/>
          </p:cNvSpPr>
          <p:nvPr>
            <p:ph type="title"/>
          </p:nvPr>
        </p:nvSpPr>
        <p:spPr>
          <a:xfrm>
            <a:off x="4483300" y="1466700"/>
            <a:ext cx="3938700" cy="22101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2600"/>
              <a:buFont typeface="Exo"/>
              <a:buNone/>
              <a:defRPr sz="2000">
                <a:solidFill>
                  <a:schemeClr val="dk2"/>
                </a:solidFill>
                <a:latin typeface="Exo"/>
                <a:ea typeface="Exo"/>
                <a:cs typeface="Exo"/>
                <a:sym typeface="Exo"/>
              </a:defRPr>
            </a:lvl1pPr>
            <a:lvl2pPr lvl="1">
              <a:spcBef>
                <a:spcPts val="0"/>
              </a:spcBef>
              <a:spcAft>
                <a:spcPts val="0"/>
              </a:spcAft>
              <a:buClr>
                <a:schemeClr val="dk2"/>
              </a:buClr>
              <a:buSzPts val="3000"/>
              <a:buNone/>
              <a:defRPr sz="3000">
                <a:solidFill>
                  <a:schemeClr val="dk2"/>
                </a:solidFill>
                <a:latin typeface="Spartan"/>
                <a:ea typeface="Spartan"/>
                <a:cs typeface="Spartan"/>
                <a:sym typeface="Spartan"/>
              </a:defRPr>
            </a:lvl2pPr>
            <a:lvl3pPr lvl="2">
              <a:spcBef>
                <a:spcPts val="0"/>
              </a:spcBef>
              <a:spcAft>
                <a:spcPts val="0"/>
              </a:spcAft>
              <a:buClr>
                <a:schemeClr val="dk2"/>
              </a:buClr>
              <a:buSzPts val="3000"/>
              <a:buNone/>
              <a:defRPr sz="3000">
                <a:solidFill>
                  <a:schemeClr val="dk2"/>
                </a:solidFill>
                <a:latin typeface="Spartan"/>
                <a:ea typeface="Spartan"/>
                <a:cs typeface="Spartan"/>
                <a:sym typeface="Spartan"/>
              </a:defRPr>
            </a:lvl3pPr>
            <a:lvl4pPr lvl="3">
              <a:spcBef>
                <a:spcPts val="0"/>
              </a:spcBef>
              <a:spcAft>
                <a:spcPts val="0"/>
              </a:spcAft>
              <a:buClr>
                <a:schemeClr val="dk2"/>
              </a:buClr>
              <a:buSzPts val="3000"/>
              <a:buNone/>
              <a:defRPr sz="3000">
                <a:solidFill>
                  <a:schemeClr val="dk2"/>
                </a:solidFill>
                <a:latin typeface="Spartan"/>
                <a:ea typeface="Spartan"/>
                <a:cs typeface="Spartan"/>
                <a:sym typeface="Spartan"/>
              </a:defRPr>
            </a:lvl4pPr>
            <a:lvl5pPr lvl="4">
              <a:spcBef>
                <a:spcPts val="0"/>
              </a:spcBef>
              <a:spcAft>
                <a:spcPts val="0"/>
              </a:spcAft>
              <a:buClr>
                <a:schemeClr val="dk2"/>
              </a:buClr>
              <a:buSzPts val="3000"/>
              <a:buNone/>
              <a:defRPr sz="3000">
                <a:solidFill>
                  <a:schemeClr val="dk2"/>
                </a:solidFill>
                <a:latin typeface="Spartan"/>
                <a:ea typeface="Spartan"/>
                <a:cs typeface="Spartan"/>
                <a:sym typeface="Spartan"/>
              </a:defRPr>
            </a:lvl5pPr>
            <a:lvl6pPr lvl="5">
              <a:spcBef>
                <a:spcPts val="0"/>
              </a:spcBef>
              <a:spcAft>
                <a:spcPts val="0"/>
              </a:spcAft>
              <a:buClr>
                <a:schemeClr val="dk2"/>
              </a:buClr>
              <a:buSzPts val="3000"/>
              <a:buNone/>
              <a:defRPr sz="3000">
                <a:solidFill>
                  <a:schemeClr val="dk2"/>
                </a:solidFill>
                <a:latin typeface="Spartan"/>
                <a:ea typeface="Spartan"/>
                <a:cs typeface="Spartan"/>
                <a:sym typeface="Spartan"/>
              </a:defRPr>
            </a:lvl6pPr>
            <a:lvl7pPr lvl="6">
              <a:spcBef>
                <a:spcPts val="0"/>
              </a:spcBef>
              <a:spcAft>
                <a:spcPts val="0"/>
              </a:spcAft>
              <a:buClr>
                <a:schemeClr val="dk2"/>
              </a:buClr>
              <a:buSzPts val="3000"/>
              <a:buNone/>
              <a:defRPr sz="3000">
                <a:solidFill>
                  <a:schemeClr val="dk2"/>
                </a:solidFill>
                <a:latin typeface="Spartan"/>
                <a:ea typeface="Spartan"/>
                <a:cs typeface="Spartan"/>
                <a:sym typeface="Spartan"/>
              </a:defRPr>
            </a:lvl7pPr>
            <a:lvl8pPr lvl="7">
              <a:spcBef>
                <a:spcPts val="0"/>
              </a:spcBef>
              <a:spcAft>
                <a:spcPts val="0"/>
              </a:spcAft>
              <a:buClr>
                <a:schemeClr val="dk2"/>
              </a:buClr>
              <a:buSzPts val="3000"/>
              <a:buNone/>
              <a:defRPr sz="3000">
                <a:solidFill>
                  <a:schemeClr val="dk2"/>
                </a:solidFill>
                <a:latin typeface="Spartan"/>
                <a:ea typeface="Spartan"/>
                <a:cs typeface="Spartan"/>
                <a:sym typeface="Spartan"/>
              </a:defRPr>
            </a:lvl8pPr>
            <a:lvl9pPr lvl="8">
              <a:spcBef>
                <a:spcPts val="0"/>
              </a:spcBef>
              <a:spcAft>
                <a:spcPts val="0"/>
              </a:spcAft>
              <a:buClr>
                <a:schemeClr val="dk2"/>
              </a:buClr>
              <a:buSzPts val="3000"/>
              <a:buNone/>
              <a:defRPr sz="3000">
                <a:solidFill>
                  <a:schemeClr val="dk2"/>
                </a:solidFill>
                <a:latin typeface="Spartan"/>
                <a:ea typeface="Spartan"/>
                <a:cs typeface="Spartan"/>
                <a:sym typeface="Spartan"/>
              </a:defRPr>
            </a:lvl9pPr>
          </a:lstStyle>
          <a:p>
            <a:endParaRPr/>
          </a:p>
        </p:txBody>
      </p:sp>
      <p:grpSp>
        <p:nvGrpSpPr>
          <p:cNvPr id="728" name="Google Shape;728;p14"/>
          <p:cNvGrpSpPr/>
          <p:nvPr/>
        </p:nvGrpSpPr>
        <p:grpSpPr>
          <a:xfrm rot="10800000" flipH="1">
            <a:off x="-4" y="4467808"/>
            <a:ext cx="759594" cy="675690"/>
            <a:chOff x="456100" y="183453"/>
            <a:chExt cx="1581828" cy="1407101"/>
          </a:xfrm>
        </p:grpSpPr>
        <p:sp>
          <p:nvSpPr>
            <p:cNvPr id="729" name="Google Shape;729;p14"/>
            <p:cNvSpPr/>
            <p:nvPr/>
          </p:nvSpPr>
          <p:spPr>
            <a:xfrm>
              <a:off x="456100" y="183453"/>
              <a:ext cx="1581828" cy="1407101"/>
            </a:xfrm>
            <a:custGeom>
              <a:avLst/>
              <a:gdLst/>
              <a:ahLst/>
              <a:cxnLst/>
              <a:rect l="l" t="t" r="r" b="b"/>
              <a:pathLst>
                <a:path w="15499" h="13787" extrusionOk="0">
                  <a:moveTo>
                    <a:pt x="0" y="0"/>
                  </a:moveTo>
                  <a:lnTo>
                    <a:pt x="0" y="13787"/>
                  </a:lnTo>
                  <a:lnTo>
                    <a:pt x="154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4"/>
            <p:cNvSpPr/>
            <p:nvPr/>
          </p:nvSpPr>
          <p:spPr>
            <a:xfrm rot="216724">
              <a:off x="1243347" y="257830"/>
              <a:ext cx="579767" cy="582642"/>
            </a:xfrm>
            <a:custGeom>
              <a:avLst/>
              <a:gdLst/>
              <a:ahLst/>
              <a:cxnLst/>
              <a:rect l="l" t="t" r="r" b="b"/>
              <a:pathLst>
                <a:path w="23191" h="23306" extrusionOk="0">
                  <a:moveTo>
                    <a:pt x="13627" y="1"/>
                  </a:moveTo>
                  <a:cubicBezTo>
                    <a:pt x="5866" y="1"/>
                    <a:pt x="0" y="5890"/>
                    <a:pt x="0" y="13696"/>
                  </a:cubicBezTo>
                  <a:cubicBezTo>
                    <a:pt x="0" y="17508"/>
                    <a:pt x="1370" y="20863"/>
                    <a:pt x="3698" y="23305"/>
                  </a:cubicBezTo>
                  <a:lnTo>
                    <a:pt x="8035" y="18969"/>
                  </a:lnTo>
                  <a:cubicBezTo>
                    <a:pt x="6871" y="17690"/>
                    <a:pt x="6117" y="15910"/>
                    <a:pt x="6117" y="13696"/>
                  </a:cubicBezTo>
                  <a:cubicBezTo>
                    <a:pt x="6117" y="9975"/>
                    <a:pt x="8742" y="6027"/>
                    <a:pt x="13627" y="6027"/>
                  </a:cubicBezTo>
                  <a:cubicBezTo>
                    <a:pt x="15704" y="6027"/>
                    <a:pt x="17553" y="6803"/>
                    <a:pt x="18877" y="8104"/>
                  </a:cubicBezTo>
                  <a:lnTo>
                    <a:pt x="23191" y="3790"/>
                  </a:lnTo>
                  <a:cubicBezTo>
                    <a:pt x="20771" y="1416"/>
                    <a:pt x="17439" y="1"/>
                    <a:pt x="136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 name="Google Shape;731;p14"/>
          <p:cNvGrpSpPr/>
          <p:nvPr/>
        </p:nvGrpSpPr>
        <p:grpSpPr>
          <a:xfrm rot="5400000" flipH="1">
            <a:off x="7950659" y="-864580"/>
            <a:ext cx="328741" cy="2057925"/>
            <a:chOff x="577084" y="1971795"/>
            <a:chExt cx="328741" cy="2057925"/>
          </a:xfrm>
        </p:grpSpPr>
        <p:sp>
          <p:nvSpPr>
            <p:cNvPr id="732" name="Google Shape;732;p14"/>
            <p:cNvSpPr/>
            <p:nvPr/>
          </p:nvSpPr>
          <p:spPr>
            <a:xfrm rot="10800000">
              <a:off x="577084" y="1971795"/>
              <a:ext cx="328741" cy="2057925"/>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33" name="Google Shape;733;p14"/>
            <p:cNvSpPr/>
            <p:nvPr/>
          </p:nvSpPr>
          <p:spPr>
            <a:xfrm rot="10800000">
              <a:off x="577096" y="3375738"/>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34" name="Google Shape;734;p14"/>
            <p:cNvSpPr/>
            <p:nvPr/>
          </p:nvSpPr>
          <p:spPr>
            <a:xfrm rot="10800000">
              <a:off x="577096" y="2704688"/>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35" name="Google Shape;735;p14"/>
            <p:cNvSpPr/>
            <p:nvPr/>
          </p:nvSpPr>
          <p:spPr>
            <a:xfrm rot="10800000">
              <a:off x="618196" y="3375738"/>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36" name="Google Shape;736;p14"/>
            <p:cNvSpPr/>
            <p:nvPr/>
          </p:nvSpPr>
          <p:spPr>
            <a:xfrm rot="10800000">
              <a:off x="618196" y="2704688"/>
              <a:ext cx="246525" cy="296750"/>
            </a:xfrm>
            <a:custGeom>
              <a:avLst/>
              <a:gdLst/>
              <a:ahLst/>
              <a:cxnLst/>
              <a:rect l="l" t="t" r="r" b="b"/>
              <a:pathLst>
                <a:path w="9861" h="11870" extrusionOk="0">
                  <a:moveTo>
                    <a:pt x="0" y="0"/>
                  </a:moveTo>
                  <a:cubicBezTo>
                    <a:pt x="23" y="4292"/>
                    <a:pt x="1667" y="8583"/>
                    <a:pt x="4931" y="11869"/>
                  </a:cubicBezTo>
                  <a:cubicBezTo>
                    <a:pt x="8217" y="8583"/>
                    <a:pt x="9861" y="4292"/>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37" name="Google Shape;737;p14"/>
            <p:cNvSpPr/>
            <p:nvPr/>
          </p:nvSpPr>
          <p:spPr>
            <a:xfrm rot="10800000">
              <a:off x="687796" y="2853063"/>
              <a:ext cx="101600" cy="101575"/>
            </a:xfrm>
            <a:custGeom>
              <a:avLst/>
              <a:gdLst/>
              <a:ahLst/>
              <a:cxnLst/>
              <a:rect l="l" t="t" r="r" b="b"/>
              <a:pathLst>
                <a:path w="4064" h="4063" extrusionOk="0">
                  <a:moveTo>
                    <a:pt x="2032" y="0"/>
                  </a:moveTo>
                  <a:cubicBezTo>
                    <a:pt x="913" y="0"/>
                    <a:pt x="0" y="890"/>
                    <a:pt x="0" y="2031"/>
                  </a:cubicBezTo>
                  <a:cubicBezTo>
                    <a:pt x="0" y="3150"/>
                    <a:pt x="913" y="4063"/>
                    <a:pt x="2032" y="4063"/>
                  </a:cubicBezTo>
                  <a:cubicBezTo>
                    <a:pt x="3150" y="4063"/>
                    <a:pt x="4063" y="3150"/>
                    <a:pt x="4063" y="2031"/>
                  </a:cubicBezTo>
                  <a:cubicBezTo>
                    <a:pt x="4063" y="890"/>
                    <a:pt x="3173" y="0"/>
                    <a:pt x="20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38" name="Google Shape;738;p14"/>
            <p:cNvSpPr/>
            <p:nvPr/>
          </p:nvSpPr>
          <p:spPr>
            <a:xfrm rot="10800000">
              <a:off x="577096" y="2035338"/>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39" name="Google Shape;739;p14"/>
            <p:cNvSpPr/>
            <p:nvPr/>
          </p:nvSpPr>
          <p:spPr>
            <a:xfrm rot="10800000">
              <a:off x="618196" y="2035338"/>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40" name="Google Shape;740;p14"/>
            <p:cNvSpPr/>
            <p:nvPr/>
          </p:nvSpPr>
          <p:spPr>
            <a:xfrm rot="10800000">
              <a:off x="686096" y="2406238"/>
              <a:ext cx="101600" cy="102175"/>
            </a:xfrm>
            <a:custGeom>
              <a:avLst/>
              <a:gdLst/>
              <a:ahLst/>
              <a:cxnLst/>
              <a:rect l="l" t="t" r="r" b="b"/>
              <a:pathLst>
                <a:path w="4064" h="4087" extrusionOk="0">
                  <a:moveTo>
                    <a:pt x="2032" y="0"/>
                  </a:moveTo>
                  <a:cubicBezTo>
                    <a:pt x="914" y="0"/>
                    <a:pt x="1" y="913"/>
                    <a:pt x="1" y="2032"/>
                  </a:cubicBezTo>
                  <a:cubicBezTo>
                    <a:pt x="1" y="3173"/>
                    <a:pt x="914" y="4086"/>
                    <a:pt x="2032" y="4086"/>
                  </a:cubicBezTo>
                  <a:cubicBezTo>
                    <a:pt x="3151" y="4086"/>
                    <a:pt x="4064" y="3173"/>
                    <a:pt x="4064" y="2032"/>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sp>
          <p:nvSpPr>
            <p:cNvPr id="741" name="Google Shape;741;p14"/>
            <p:cNvSpPr/>
            <p:nvPr/>
          </p:nvSpPr>
          <p:spPr>
            <a:xfrm rot="10800000">
              <a:off x="687796" y="3748363"/>
              <a:ext cx="101600" cy="101575"/>
            </a:xfrm>
            <a:custGeom>
              <a:avLst/>
              <a:gdLst/>
              <a:ahLst/>
              <a:cxnLst/>
              <a:rect l="l" t="t" r="r" b="b"/>
              <a:pathLst>
                <a:path w="4064" h="4063" extrusionOk="0">
                  <a:moveTo>
                    <a:pt x="2032" y="0"/>
                  </a:moveTo>
                  <a:cubicBezTo>
                    <a:pt x="913" y="0"/>
                    <a:pt x="0" y="890"/>
                    <a:pt x="0" y="2031"/>
                  </a:cubicBezTo>
                  <a:cubicBezTo>
                    <a:pt x="0" y="3150"/>
                    <a:pt x="913" y="4063"/>
                    <a:pt x="2032" y="4063"/>
                  </a:cubicBezTo>
                  <a:cubicBezTo>
                    <a:pt x="3150" y="4063"/>
                    <a:pt x="4063" y="3150"/>
                    <a:pt x="4063" y="2031"/>
                  </a:cubicBezTo>
                  <a:cubicBezTo>
                    <a:pt x="4063" y="890"/>
                    <a:pt x="3173" y="0"/>
                    <a:pt x="20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Krona One"/>
                <a:ea typeface="Krona One"/>
                <a:cs typeface="Krona One"/>
                <a:sym typeface="Krona One"/>
              </a:endParaRPr>
            </a:p>
          </p:txBody>
        </p:sp>
      </p:grpSp>
      <p:sp>
        <p:nvSpPr>
          <p:cNvPr id="742" name="Google Shape;742;p14"/>
          <p:cNvSpPr txBox="1">
            <a:spLocks noGrp="1"/>
          </p:cNvSpPr>
          <p:nvPr>
            <p:ph type="title" idx="2"/>
          </p:nvPr>
        </p:nvSpPr>
        <p:spPr>
          <a:xfrm>
            <a:off x="4863400" y="3485526"/>
            <a:ext cx="3190500" cy="3015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2800"/>
              <a:buNone/>
              <a:defRPr sz="1625" b="1">
                <a:solidFill>
                  <a:schemeClr val="accent1"/>
                </a:solidFill>
              </a:defRPr>
            </a:lvl1pPr>
            <a:lvl2pPr lvl="1">
              <a:spcBef>
                <a:spcPts val="0"/>
              </a:spcBef>
              <a:spcAft>
                <a:spcPts val="0"/>
              </a:spcAft>
              <a:buSzPts val="2800"/>
              <a:buNone/>
              <a:defRPr>
                <a:latin typeface="Exo"/>
                <a:ea typeface="Exo"/>
                <a:cs typeface="Exo"/>
                <a:sym typeface="Exo"/>
              </a:defRPr>
            </a:lvl2pPr>
            <a:lvl3pPr lvl="2">
              <a:spcBef>
                <a:spcPts val="0"/>
              </a:spcBef>
              <a:spcAft>
                <a:spcPts val="0"/>
              </a:spcAft>
              <a:buSzPts val="2800"/>
              <a:buNone/>
              <a:defRPr>
                <a:latin typeface="Exo"/>
                <a:ea typeface="Exo"/>
                <a:cs typeface="Exo"/>
                <a:sym typeface="Exo"/>
              </a:defRPr>
            </a:lvl3pPr>
            <a:lvl4pPr lvl="3">
              <a:spcBef>
                <a:spcPts val="0"/>
              </a:spcBef>
              <a:spcAft>
                <a:spcPts val="0"/>
              </a:spcAft>
              <a:buSzPts val="2800"/>
              <a:buNone/>
              <a:defRPr>
                <a:latin typeface="Exo"/>
                <a:ea typeface="Exo"/>
                <a:cs typeface="Exo"/>
                <a:sym typeface="Exo"/>
              </a:defRPr>
            </a:lvl4pPr>
            <a:lvl5pPr lvl="4">
              <a:spcBef>
                <a:spcPts val="0"/>
              </a:spcBef>
              <a:spcAft>
                <a:spcPts val="0"/>
              </a:spcAft>
              <a:buSzPts val="2800"/>
              <a:buNone/>
              <a:defRPr>
                <a:latin typeface="Exo"/>
                <a:ea typeface="Exo"/>
                <a:cs typeface="Exo"/>
                <a:sym typeface="Exo"/>
              </a:defRPr>
            </a:lvl5pPr>
            <a:lvl6pPr lvl="5">
              <a:spcBef>
                <a:spcPts val="0"/>
              </a:spcBef>
              <a:spcAft>
                <a:spcPts val="0"/>
              </a:spcAft>
              <a:buSzPts val="2800"/>
              <a:buNone/>
              <a:defRPr>
                <a:latin typeface="Exo"/>
                <a:ea typeface="Exo"/>
                <a:cs typeface="Exo"/>
                <a:sym typeface="Exo"/>
              </a:defRPr>
            </a:lvl6pPr>
            <a:lvl7pPr lvl="6">
              <a:spcBef>
                <a:spcPts val="0"/>
              </a:spcBef>
              <a:spcAft>
                <a:spcPts val="0"/>
              </a:spcAft>
              <a:buSzPts val="2800"/>
              <a:buNone/>
              <a:defRPr>
                <a:latin typeface="Exo"/>
                <a:ea typeface="Exo"/>
                <a:cs typeface="Exo"/>
                <a:sym typeface="Exo"/>
              </a:defRPr>
            </a:lvl7pPr>
            <a:lvl8pPr lvl="7">
              <a:spcBef>
                <a:spcPts val="0"/>
              </a:spcBef>
              <a:spcAft>
                <a:spcPts val="0"/>
              </a:spcAft>
              <a:buSzPts val="2800"/>
              <a:buNone/>
              <a:defRPr>
                <a:latin typeface="Exo"/>
                <a:ea typeface="Exo"/>
                <a:cs typeface="Exo"/>
                <a:sym typeface="Exo"/>
              </a:defRPr>
            </a:lvl8pPr>
            <a:lvl9pPr lvl="8">
              <a:spcBef>
                <a:spcPts val="0"/>
              </a:spcBef>
              <a:spcAft>
                <a:spcPts val="0"/>
              </a:spcAft>
              <a:buSzPts val="2800"/>
              <a:buNone/>
              <a:defRPr>
                <a:latin typeface="Exo"/>
                <a:ea typeface="Exo"/>
                <a:cs typeface="Exo"/>
                <a:sym typeface="Ex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5">
  <p:cSld name="CUSTOM_11">
    <p:spTree>
      <p:nvGrpSpPr>
        <p:cNvPr id="1" name="Shape 1135"/>
        <p:cNvGrpSpPr/>
        <p:nvPr/>
      </p:nvGrpSpPr>
      <p:grpSpPr>
        <a:xfrm>
          <a:off x="0" y="0"/>
          <a:ext cx="0" cy="0"/>
          <a:chOff x="0" y="0"/>
          <a:chExt cx="0" cy="0"/>
        </a:xfrm>
      </p:grpSpPr>
      <p:grpSp>
        <p:nvGrpSpPr>
          <p:cNvPr id="1136" name="Google Shape;1136;p23"/>
          <p:cNvGrpSpPr/>
          <p:nvPr/>
        </p:nvGrpSpPr>
        <p:grpSpPr>
          <a:xfrm>
            <a:off x="0" y="-12"/>
            <a:ext cx="1403872" cy="3205688"/>
            <a:chOff x="0" y="-12"/>
            <a:chExt cx="1403872" cy="3205688"/>
          </a:xfrm>
        </p:grpSpPr>
        <p:grpSp>
          <p:nvGrpSpPr>
            <p:cNvPr id="1137" name="Google Shape;1137;p23"/>
            <p:cNvGrpSpPr/>
            <p:nvPr/>
          </p:nvGrpSpPr>
          <p:grpSpPr>
            <a:xfrm rot="10800000">
              <a:off x="0" y="-12"/>
              <a:ext cx="407047" cy="2198100"/>
              <a:chOff x="2831975" y="2866675"/>
              <a:chExt cx="407047" cy="2198100"/>
            </a:xfrm>
          </p:grpSpPr>
          <p:sp>
            <p:nvSpPr>
              <p:cNvPr id="1138" name="Google Shape;1138;p23"/>
              <p:cNvSpPr/>
              <p:nvPr/>
            </p:nvSpPr>
            <p:spPr>
              <a:xfrm>
                <a:off x="2831975" y="2866675"/>
                <a:ext cx="407047" cy="944425"/>
              </a:xfrm>
              <a:custGeom>
                <a:avLst/>
                <a:gdLst/>
                <a:ahLst/>
                <a:cxnLst/>
                <a:rect l="l" t="t" r="r" b="b"/>
                <a:pathLst>
                  <a:path w="37777" h="37777" extrusionOk="0">
                    <a:moveTo>
                      <a:pt x="0" y="0"/>
                    </a:moveTo>
                    <a:lnTo>
                      <a:pt x="0" y="37776"/>
                    </a:lnTo>
                    <a:lnTo>
                      <a:pt x="37776" y="37776"/>
                    </a:lnTo>
                    <a:lnTo>
                      <a:pt x="377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3"/>
              <p:cNvSpPr/>
              <p:nvPr/>
            </p:nvSpPr>
            <p:spPr>
              <a:xfrm>
                <a:off x="2831975" y="2866675"/>
                <a:ext cx="407047" cy="944425"/>
              </a:xfrm>
              <a:custGeom>
                <a:avLst/>
                <a:gdLst/>
                <a:ahLst/>
                <a:cxnLst/>
                <a:rect l="l" t="t" r="r" b="b"/>
                <a:pathLst>
                  <a:path w="37777" h="37777" extrusionOk="0">
                    <a:moveTo>
                      <a:pt x="0" y="0"/>
                    </a:moveTo>
                    <a:lnTo>
                      <a:pt x="0" y="37776"/>
                    </a:lnTo>
                    <a:lnTo>
                      <a:pt x="37776" y="37776"/>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3"/>
              <p:cNvSpPr/>
              <p:nvPr/>
            </p:nvSpPr>
            <p:spPr>
              <a:xfrm>
                <a:off x="2831975" y="3809925"/>
                <a:ext cx="407023" cy="1254850"/>
              </a:xfrm>
              <a:custGeom>
                <a:avLst/>
                <a:gdLst/>
                <a:ahLst/>
                <a:cxnLst/>
                <a:rect l="l" t="t" r="r" b="b"/>
                <a:pathLst>
                  <a:path w="25063" h="50194" extrusionOk="0">
                    <a:moveTo>
                      <a:pt x="0" y="1"/>
                    </a:moveTo>
                    <a:lnTo>
                      <a:pt x="0" y="50193"/>
                    </a:lnTo>
                    <a:lnTo>
                      <a:pt x="25062" y="50193"/>
                    </a:lnTo>
                    <a:lnTo>
                      <a:pt x="250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3"/>
              <p:cNvSpPr/>
              <p:nvPr/>
            </p:nvSpPr>
            <p:spPr>
              <a:xfrm>
                <a:off x="2831975" y="4751475"/>
                <a:ext cx="407023" cy="313300"/>
              </a:xfrm>
              <a:custGeom>
                <a:avLst/>
                <a:gdLst/>
                <a:ahLst/>
                <a:cxnLst/>
                <a:rect l="l" t="t" r="r" b="b"/>
                <a:pathLst>
                  <a:path w="25063" h="12532" extrusionOk="0">
                    <a:moveTo>
                      <a:pt x="0" y="0"/>
                    </a:moveTo>
                    <a:lnTo>
                      <a:pt x="12531" y="12531"/>
                    </a:lnTo>
                    <a:lnTo>
                      <a:pt x="250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3"/>
              <p:cNvSpPr/>
              <p:nvPr/>
            </p:nvSpPr>
            <p:spPr>
              <a:xfrm>
                <a:off x="2831975" y="3809925"/>
                <a:ext cx="407023" cy="31330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3"/>
              <p:cNvSpPr/>
              <p:nvPr/>
            </p:nvSpPr>
            <p:spPr>
              <a:xfrm>
                <a:off x="2831975" y="4123775"/>
                <a:ext cx="407023" cy="313300"/>
              </a:xfrm>
              <a:custGeom>
                <a:avLst/>
                <a:gdLst/>
                <a:ahLst/>
                <a:cxnLst/>
                <a:rect l="l" t="t" r="r" b="b"/>
                <a:pathLst>
                  <a:path w="25063" h="12532" extrusionOk="0">
                    <a:moveTo>
                      <a:pt x="0" y="0"/>
                    </a:moveTo>
                    <a:lnTo>
                      <a:pt x="12531" y="12531"/>
                    </a:lnTo>
                    <a:lnTo>
                      <a:pt x="250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3"/>
              <p:cNvSpPr/>
              <p:nvPr/>
            </p:nvSpPr>
            <p:spPr>
              <a:xfrm>
                <a:off x="2831975" y="4437625"/>
                <a:ext cx="407023" cy="31330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5" name="Google Shape;1145;p23"/>
            <p:cNvGrpSpPr/>
            <p:nvPr/>
          </p:nvGrpSpPr>
          <p:grpSpPr>
            <a:xfrm rot="10800000">
              <a:off x="148447" y="2410825"/>
              <a:ext cx="110150" cy="794850"/>
              <a:chOff x="2093725" y="3669238"/>
              <a:chExt cx="110150" cy="794850"/>
            </a:xfrm>
          </p:grpSpPr>
          <p:sp>
            <p:nvSpPr>
              <p:cNvPr id="1146" name="Google Shape;1146;p23"/>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3"/>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3"/>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1" name="Google Shape;1151;p23"/>
            <p:cNvGrpSpPr/>
            <p:nvPr/>
          </p:nvGrpSpPr>
          <p:grpSpPr>
            <a:xfrm rot="5400000">
              <a:off x="951372" y="-171825"/>
              <a:ext cx="110150" cy="794850"/>
              <a:chOff x="2093725" y="3669238"/>
              <a:chExt cx="110150" cy="794850"/>
            </a:xfrm>
          </p:grpSpPr>
          <p:sp>
            <p:nvSpPr>
              <p:cNvPr id="1152" name="Google Shape;1152;p23"/>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3"/>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7" name="Google Shape;1157;p23"/>
          <p:cNvSpPr txBox="1">
            <a:spLocks noGrp="1"/>
          </p:cNvSpPr>
          <p:nvPr>
            <p:ph type="title"/>
          </p:nvPr>
        </p:nvSpPr>
        <p:spPr>
          <a:xfrm>
            <a:off x="713400" y="533644"/>
            <a:ext cx="7717200" cy="5955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800"/>
              <a:buNone/>
              <a:defRPr sz="2820"/>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2">
  <p:cSld name="CUSTOM_45">
    <p:spTree>
      <p:nvGrpSpPr>
        <p:cNvPr id="1" name="Shape 1651"/>
        <p:cNvGrpSpPr/>
        <p:nvPr/>
      </p:nvGrpSpPr>
      <p:grpSpPr>
        <a:xfrm>
          <a:off x="0" y="0"/>
          <a:ext cx="0" cy="0"/>
          <a:chOff x="0" y="0"/>
          <a:chExt cx="0" cy="0"/>
        </a:xfrm>
      </p:grpSpPr>
      <p:sp>
        <p:nvSpPr>
          <p:cNvPr id="1652" name="Google Shape;1652;p39"/>
          <p:cNvSpPr txBox="1">
            <a:spLocks noGrp="1"/>
          </p:cNvSpPr>
          <p:nvPr>
            <p:ph type="title"/>
          </p:nvPr>
        </p:nvSpPr>
        <p:spPr>
          <a:xfrm>
            <a:off x="713400" y="542850"/>
            <a:ext cx="7717200" cy="572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800"/>
              <a:buFont typeface="Squada One"/>
              <a:buNone/>
              <a:defRPr sz="2820"/>
            </a:lvl1pPr>
            <a:lvl2pPr lvl="1" rtl="0">
              <a:spcBef>
                <a:spcPts val="0"/>
              </a:spcBef>
              <a:spcAft>
                <a:spcPts val="0"/>
              </a:spcAft>
              <a:buClr>
                <a:schemeClr val="dk1"/>
              </a:buClr>
              <a:buSzPts val="3200"/>
              <a:buNone/>
              <a:defRPr sz="3200">
                <a:solidFill>
                  <a:schemeClr val="dk1"/>
                </a:solidFill>
              </a:defRPr>
            </a:lvl2pPr>
            <a:lvl3pPr lvl="2" rtl="0">
              <a:spcBef>
                <a:spcPts val="0"/>
              </a:spcBef>
              <a:spcAft>
                <a:spcPts val="0"/>
              </a:spcAft>
              <a:buClr>
                <a:schemeClr val="dk1"/>
              </a:buClr>
              <a:buSzPts val="3200"/>
              <a:buNone/>
              <a:defRPr sz="3200">
                <a:solidFill>
                  <a:schemeClr val="dk1"/>
                </a:solidFill>
              </a:defRPr>
            </a:lvl3pPr>
            <a:lvl4pPr lvl="3" rtl="0">
              <a:spcBef>
                <a:spcPts val="0"/>
              </a:spcBef>
              <a:spcAft>
                <a:spcPts val="0"/>
              </a:spcAft>
              <a:buClr>
                <a:schemeClr val="dk1"/>
              </a:buClr>
              <a:buSzPts val="3200"/>
              <a:buNone/>
              <a:defRPr sz="3200">
                <a:solidFill>
                  <a:schemeClr val="dk1"/>
                </a:solidFill>
              </a:defRPr>
            </a:lvl4pPr>
            <a:lvl5pPr lvl="4" rtl="0">
              <a:spcBef>
                <a:spcPts val="0"/>
              </a:spcBef>
              <a:spcAft>
                <a:spcPts val="0"/>
              </a:spcAft>
              <a:buClr>
                <a:schemeClr val="dk1"/>
              </a:buClr>
              <a:buSzPts val="3200"/>
              <a:buNone/>
              <a:defRPr sz="3200">
                <a:solidFill>
                  <a:schemeClr val="dk1"/>
                </a:solidFill>
              </a:defRPr>
            </a:lvl5pPr>
            <a:lvl6pPr lvl="5" rtl="0">
              <a:spcBef>
                <a:spcPts val="0"/>
              </a:spcBef>
              <a:spcAft>
                <a:spcPts val="0"/>
              </a:spcAft>
              <a:buClr>
                <a:schemeClr val="dk1"/>
              </a:buClr>
              <a:buSzPts val="3200"/>
              <a:buNone/>
              <a:defRPr sz="3200">
                <a:solidFill>
                  <a:schemeClr val="dk1"/>
                </a:solidFill>
              </a:defRPr>
            </a:lvl6pPr>
            <a:lvl7pPr lvl="6" rtl="0">
              <a:spcBef>
                <a:spcPts val="0"/>
              </a:spcBef>
              <a:spcAft>
                <a:spcPts val="0"/>
              </a:spcAft>
              <a:buClr>
                <a:schemeClr val="dk1"/>
              </a:buClr>
              <a:buSzPts val="3200"/>
              <a:buNone/>
              <a:defRPr sz="3200">
                <a:solidFill>
                  <a:schemeClr val="dk1"/>
                </a:solidFill>
              </a:defRPr>
            </a:lvl7pPr>
            <a:lvl8pPr lvl="7" rtl="0">
              <a:spcBef>
                <a:spcPts val="0"/>
              </a:spcBef>
              <a:spcAft>
                <a:spcPts val="0"/>
              </a:spcAft>
              <a:buClr>
                <a:schemeClr val="dk1"/>
              </a:buClr>
              <a:buSzPts val="3200"/>
              <a:buNone/>
              <a:defRPr sz="3200">
                <a:solidFill>
                  <a:schemeClr val="dk1"/>
                </a:solidFill>
              </a:defRPr>
            </a:lvl8pPr>
            <a:lvl9pPr lvl="8" rtl="0">
              <a:spcBef>
                <a:spcPts val="0"/>
              </a:spcBef>
              <a:spcAft>
                <a:spcPts val="0"/>
              </a:spcAft>
              <a:buClr>
                <a:schemeClr val="dk1"/>
              </a:buClr>
              <a:buSzPts val="3200"/>
              <a:buNone/>
              <a:defRPr sz="3200">
                <a:solidFill>
                  <a:schemeClr val="dk1"/>
                </a:solidFill>
              </a:defRPr>
            </a:lvl9pPr>
          </a:lstStyle>
          <a:p>
            <a:endParaRPr/>
          </a:p>
        </p:txBody>
      </p:sp>
      <p:sp>
        <p:nvSpPr>
          <p:cNvPr id="1653" name="Google Shape;1653;p39"/>
          <p:cNvSpPr txBox="1">
            <a:spLocks noGrp="1"/>
          </p:cNvSpPr>
          <p:nvPr>
            <p:ph type="subTitle" idx="1"/>
          </p:nvPr>
        </p:nvSpPr>
        <p:spPr>
          <a:xfrm>
            <a:off x="706600" y="3328825"/>
            <a:ext cx="2505300" cy="105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54" name="Google Shape;1654;p39"/>
          <p:cNvSpPr txBox="1">
            <a:spLocks noGrp="1"/>
          </p:cNvSpPr>
          <p:nvPr>
            <p:ph type="subTitle" idx="2"/>
          </p:nvPr>
        </p:nvSpPr>
        <p:spPr>
          <a:xfrm>
            <a:off x="5925475" y="3327025"/>
            <a:ext cx="2505300" cy="105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55" name="Google Shape;1655;p39"/>
          <p:cNvSpPr txBox="1">
            <a:spLocks noGrp="1"/>
          </p:cNvSpPr>
          <p:nvPr>
            <p:ph type="subTitle" idx="3"/>
          </p:nvPr>
        </p:nvSpPr>
        <p:spPr>
          <a:xfrm>
            <a:off x="706600" y="1302775"/>
            <a:ext cx="2505300" cy="45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000"/>
              <a:buFont typeface="Squada One"/>
              <a:buNone/>
              <a:defRPr sz="2000">
                <a:solidFill>
                  <a:schemeClr val="accent2"/>
                </a:solidFill>
                <a:latin typeface="Krona One"/>
                <a:ea typeface="Krona One"/>
                <a:cs typeface="Krona One"/>
                <a:sym typeface="Krona One"/>
              </a:defRPr>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656" name="Google Shape;1656;p39"/>
          <p:cNvSpPr txBox="1">
            <a:spLocks noGrp="1"/>
          </p:cNvSpPr>
          <p:nvPr>
            <p:ph type="subTitle" idx="4"/>
          </p:nvPr>
        </p:nvSpPr>
        <p:spPr>
          <a:xfrm>
            <a:off x="5925475" y="1302775"/>
            <a:ext cx="2505300" cy="448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000"/>
              <a:buFont typeface="Squada One"/>
              <a:buNone/>
              <a:defRPr sz="2000">
                <a:solidFill>
                  <a:schemeClr val="accent2"/>
                </a:solidFill>
                <a:latin typeface="Krona One"/>
                <a:ea typeface="Krona One"/>
                <a:cs typeface="Krona One"/>
                <a:sym typeface="Krona One"/>
              </a:defRPr>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657" name="Google Shape;1657;p39"/>
          <p:cNvSpPr txBox="1">
            <a:spLocks noGrp="1"/>
          </p:cNvSpPr>
          <p:nvPr>
            <p:ph type="subTitle" idx="5"/>
          </p:nvPr>
        </p:nvSpPr>
        <p:spPr>
          <a:xfrm>
            <a:off x="3319350" y="3327025"/>
            <a:ext cx="2505300" cy="105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58" name="Google Shape;1658;p39"/>
          <p:cNvSpPr txBox="1">
            <a:spLocks noGrp="1"/>
          </p:cNvSpPr>
          <p:nvPr>
            <p:ph type="subTitle" idx="6"/>
          </p:nvPr>
        </p:nvSpPr>
        <p:spPr>
          <a:xfrm>
            <a:off x="3319350" y="1302775"/>
            <a:ext cx="2505300" cy="448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000"/>
              <a:buFont typeface="Squada One"/>
              <a:buNone/>
              <a:defRPr sz="2000">
                <a:solidFill>
                  <a:schemeClr val="accent2"/>
                </a:solidFill>
                <a:latin typeface="Krona One"/>
                <a:ea typeface="Krona One"/>
                <a:cs typeface="Krona One"/>
                <a:sym typeface="Krona One"/>
              </a:defRPr>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grpSp>
        <p:nvGrpSpPr>
          <p:cNvPr id="1659" name="Google Shape;1659;p39"/>
          <p:cNvGrpSpPr/>
          <p:nvPr/>
        </p:nvGrpSpPr>
        <p:grpSpPr>
          <a:xfrm>
            <a:off x="-822603" y="-779221"/>
            <a:ext cx="9966607" cy="5915363"/>
            <a:chOff x="-822603" y="-779221"/>
            <a:chExt cx="9966607" cy="5915363"/>
          </a:xfrm>
        </p:grpSpPr>
        <p:grpSp>
          <p:nvGrpSpPr>
            <p:cNvPr id="1660" name="Google Shape;1660;p39"/>
            <p:cNvGrpSpPr/>
            <p:nvPr/>
          </p:nvGrpSpPr>
          <p:grpSpPr>
            <a:xfrm>
              <a:off x="-822603" y="-779221"/>
              <a:ext cx="3578612" cy="2185060"/>
              <a:chOff x="-822603" y="-779221"/>
              <a:chExt cx="3578612" cy="2185060"/>
            </a:xfrm>
          </p:grpSpPr>
          <p:sp>
            <p:nvSpPr>
              <p:cNvPr id="1661" name="Google Shape;1661;p39"/>
              <p:cNvSpPr/>
              <p:nvPr/>
            </p:nvSpPr>
            <p:spPr>
              <a:xfrm rot="3599971">
                <a:off x="791287" y="-369192"/>
                <a:ext cx="889392" cy="1045806"/>
              </a:xfrm>
              <a:custGeom>
                <a:avLst/>
                <a:gdLst/>
                <a:ahLst/>
                <a:cxnLst/>
                <a:rect l="l" t="t" r="r" b="b"/>
                <a:pathLst>
                  <a:path w="39009" h="45865" extrusionOk="0">
                    <a:moveTo>
                      <a:pt x="24606" y="1"/>
                    </a:moveTo>
                    <a:lnTo>
                      <a:pt x="19128" y="9565"/>
                    </a:lnTo>
                    <a:cubicBezTo>
                      <a:pt x="21639" y="11254"/>
                      <a:pt x="23693" y="13902"/>
                      <a:pt x="24720" y="17645"/>
                    </a:cubicBezTo>
                    <a:cubicBezTo>
                      <a:pt x="26455" y="24104"/>
                      <a:pt x="23761" y="32207"/>
                      <a:pt x="15293" y="34513"/>
                    </a:cubicBezTo>
                    <a:cubicBezTo>
                      <a:pt x="14034" y="34848"/>
                      <a:pt x="12783" y="35010"/>
                      <a:pt x="11564" y="35010"/>
                    </a:cubicBezTo>
                    <a:cubicBezTo>
                      <a:pt x="9381" y="35010"/>
                      <a:pt x="7301" y="34490"/>
                      <a:pt x="5456" y="33508"/>
                    </a:cubicBezTo>
                    <a:lnTo>
                      <a:pt x="0" y="43027"/>
                    </a:lnTo>
                    <a:cubicBezTo>
                      <a:pt x="3406" y="44870"/>
                      <a:pt x="7270" y="45865"/>
                      <a:pt x="11325" y="45865"/>
                    </a:cubicBezTo>
                    <a:cubicBezTo>
                      <a:pt x="13548" y="45865"/>
                      <a:pt x="15829" y="45566"/>
                      <a:pt x="18124" y="44944"/>
                    </a:cubicBezTo>
                    <a:cubicBezTo>
                      <a:pt x="31613" y="41292"/>
                      <a:pt x="39009" y="28304"/>
                      <a:pt x="35334" y="14769"/>
                    </a:cubicBezTo>
                    <a:cubicBezTo>
                      <a:pt x="33554" y="8264"/>
                      <a:pt x="29673" y="3151"/>
                      <a:pt x="246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2" name="Google Shape;1662;p39"/>
              <p:cNvGrpSpPr/>
              <p:nvPr/>
            </p:nvGrpSpPr>
            <p:grpSpPr>
              <a:xfrm rot="5400000" flipH="1">
                <a:off x="2303510" y="-243701"/>
                <a:ext cx="110150" cy="794850"/>
                <a:chOff x="2093725" y="3669238"/>
                <a:chExt cx="110150" cy="794850"/>
              </a:xfrm>
            </p:grpSpPr>
            <p:sp>
              <p:nvSpPr>
                <p:cNvPr id="1663" name="Google Shape;1663;p39"/>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9"/>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9"/>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9"/>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9"/>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8" name="Google Shape;1668;p39"/>
              <p:cNvSpPr/>
              <p:nvPr/>
            </p:nvSpPr>
            <p:spPr>
              <a:xfrm rot="-6550535">
                <a:off x="-600697" y="-534433"/>
                <a:ext cx="1723828" cy="1695484"/>
              </a:xfrm>
              <a:custGeom>
                <a:avLst/>
                <a:gdLst/>
                <a:ahLst/>
                <a:cxnLst/>
                <a:rect l="l" t="t" r="r" b="b"/>
                <a:pathLst>
                  <a:path w="20909" h="20566" extrusionOk="0">
                    <a:moveTo>
                      <a:pt x="17279" y="18101"/>
                    </a:moveTo>
                    <a:lnTo>
                      <a:pt x="17279" y="18101"/>
                    </a:lnTo>
                    <a:lnTo>
                      <a:pt x="17279" y="18101"/>
                    </a:lnTo>
                    <a:close/>
                    <a:moveTo>
                      <a:pt x="6825" y="0"/>
                    </a:moveTo>
                    <a:lnTo>
                      <a:pt x="7030" y="5889"/>
                    </a:lnTo>
                    <a:lnTo>
                      <a:pt x="7030" y="5889"/>
                    </a:lnTo>
                    <a:lnTo>
                      <a:pt x="1256" y="4657"/>
                    </a:lnTo>
                    <a:lnTo>
                      <a:pt x="1256" y="4657"/>
                    </a:lnTo>
                    <a:lnTo>
                      <a:pt x="5227" y="9039"/>
                    </a:lnTo>
                    <a:lnTo>
                      <a:pt x="0" y="11801"/>
                    </a:lnTo>
                    <a:lnTo>
                      <a:pt x="5843" y="12623"/>
                    </a:lnTo>
                    <a:lnTo>
                      <a:pt x="3629" y="18101"/>
                    </a:lnTo>
                    <a:lnTo>
                      <a:pt x="8628" y="14951"/>
                    </a:lnTo>
                    <a:lnTo>
                      <a:pt x="10454" y="20566"/>
                    </a:lnTo>
                    <a:lnTo>
                      <a:pt x="12257" y="14951"/>
                    </a:lnTo>
                    <a:lnTo>
                      <a:pt x="17279" y="18101"/>
                    </a:lnTo>
                    <a:lnTo>
                      <a:pt x="15042" y="12623"/>
                    </a:lnTo>
                    <a:lnTo>
                      <a:pt x="20908" y="11801"/>
                    </a:lnTo>
                    <a:lnTo>
                      <a:pt x="15681" y="9039"/>
                    </a:lnTo>
                    <a:lnTo>
                      <a:pt x="19653" y="4657"/>
                    </a:lnTo>
                    <a:lnTo>
                      <a:pt x="13855" y="5889"/>
                    </a:lnTo>
                    <a:lnTo>
                      <a:pt x="14083" y="0"/>
                    </a:lnTo>
                    <a:lnTo>
                      <a:pt x="10454" y="4657"/>
                    </a:lnTo>
                    <a:lnTo>
                      <a:pt x="68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p:cNvSpPr/>
              <p:nvPr/>
            </p:nvSpPr>
            <p:spPr>
              <a:xfrm rot="9899908" flipH="1">
                <a:off x="464893" y="-21705"/>
                <a:ext cx="704744" cy="531284"/>
              </a:xfrm>
              <a:custGeom>
                <a:avLst/>
                <a:gdLst/>
                <a:ahLst/>
                <a:cxnLst/>
                <a:rect l="l" t="t" r="r" b="b"/>
                <a:pathLst>
                  <a:path w="19197" h="14472" fill="none" extrusionOk="0">
                    <a:moveTo>
                      <a:pt x="0" y="14472"/>
                    </a:moveTo>
                    <a:cubicBezTo>
                      <a:pt x="6551" y="9701"/>
                      <a:pt x="12691" y="4702"/>
                      <a:pt x="19196" y="0"/>
                    </a:cubicBezTo>
                  </a:path>
                </a:pathLst>
              </a:custGeom>
              <a:noFill/>
              <a:ln w="439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0" name="Google Shape;1670;p39"/>
            <p:cNvSpPr/>
            <p:nvPr/>
          </p:nvSpPr>
          <p:spPr>
            <a:xfrm rot="-5400000" flipH="1">
              <a:off x="8516993" y="4078969"/>
              <a:ext cx="525778" cy="529868"/>
            </a:xfrm>
            <a:custGeom>
              <a:avLst/>
              <a:gdLst/>
              <a:ahLst/>
              <a:cxnLst/>
              <a:rect l="l" t="t" r="r" b="b"/>
              <a:pathLst>
                <a:path w="20316" h="20476" extrusionOk="0">
                  <a:moveTo>
                    <a:pt x="10181" y="1"/>
                  </a:moveTo>
                  <a:cubicBezTo>
                    <a:pt x="4383" y="1"/>
                    <a:pt x="1" y="4406"/>
                    <a:pt x="1" y="10227"/>
                  </a:cubicBezTo>
                  <a:cubicBezTo>
                    <a:pt x="1" y="16047"/>
                    <a:pt x="4360" y="20452"/>
                    <a:pt x="10112" y="20475"/>
                  </a:cubicBezTo>
                  <a:lnTo>
                    <a:pt x="10112" y="15979"/>
                  </a:lnTo>
                  <a:cubicBezTo>
                    <a:pt x="7419" y="15956"/>
                    <a:pt x="4566" y="13947"/>
                    <a:pt x="4566" y="10227"/>
                  </a:cubicBezTo>
                  <a:cubicBezTo>
                    <a:pt x="4566" y="7465"/>
                    <a:pt x="6551" y="4498"/>
                    <a:pt x="10181" y="4498"/>
                  </a:cubicBezTo>
                  <a:cubicBezTo>
                    <a:pt x="13331" y="4498"/>
                    <a:pt x="15704" y="6849"/>
                    <a:pt x="15796" y="10021"/>
                  </a:cubicBezTo>
                  <a:lnTo>
                    <a:pt x="20315" y="10021"/>
                  </a:lnTo>
                  <a:cubicBezTo>
                    <a:pt x="20224" y="4292"/>
                    <a:pt x="15887" y="1"/>
                    <a:pt x="101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p:cNvSpPr/>
            <p:nvPr/>
          </p:nvSpPr>
          <p:spPr>
            <a:xfrm flipH="1">
              <a:off x="8781827" y="4335630"/>
              <a:ext cx="362177" cy="800512"/>
            </a:xfrm>
            <a:custGeom>
              <a:avLst/>
              <a:gdLst/>
              <a:ahLst/>
              <a:cxnLst/>
              <a:rect l="l" t="t" r="r" b="b"/>
              <a:pathLst>
                <a:path w="25474" h="50126" extrusionOk="0">
                  <a:moveTo>
                    <a:pt x="0" y="1"/>
                  </a:moveTo>
                  <a:lnTo>
                    <a:pt x="0" y="50125"/>
                  </a:lnTo>
                  <a:lnTo>
                    <a:pt x="25473" y="50125"/>
                  </a:lnTo>
                  <a:lnTo>
                    <a:pt x="2547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2" name="Google Shape;1672;p39"/>
            <p:cNvGrpSpPr/>
            <p:nvPr/>
          </p:nvGrpSpPr>
          <p:grpSpPr>
            <a:xfrm>
              <a:off x="8465165" y="5"/>
              <a:ext cx="678839" cy="1354346"/>
              <a:chOff x="8465165" y="5"/>
              <a:chExt cx="678839" cy="1354346"/>
            </a:xfrm>
          </p:grpSpPr>
          <p:grpSp>
            <p:nvGrpSpPr>
              <p:cNvPr id="1673" name="Google Shape;1673;p39"/>
              <p:cNvGrpSpPr/>
              <p:nvPr/>
            </p:nvGrpSpPr>
            <p:grpSpPr>
              <a:xfrm rot="-5400000" flipH="1">
                <a:off x="8465208" y="5"/>
                <a:ext cx="678796" cy="678796"/>
                <a:chOff x="8148300" y="508050"/>
                <a:chExt cx="792615" cy="792615"/>
              </a:xfrm>
            </p:grpSpPr>
            <p:sp>
              <p:nvSpPr>
                <p:cNvPr id="1674" name="Google Shape;1674;p39"/>
                <p:cNvSpPr/>
                <p:nvPr/>
              </p:nvSpPr>
              <p:spPr>
                <a:xfrm>
                  <a:off x="8148300" y="508050"/>
                  <a:ext cx="792615" cy="792615"/>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9"/>
                <p:cNvSpPr/>
                <p:nvPr/>
              </p:nvSpPr>
              <p:spPr>
                <a:xfrm>
                  <a:off x="8148300" y="508050"/>
                  <a:ext cx="792615" cy="792615"/>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9"/>
                <p:cNvSpPr/>
                <p:nvPr/>
              </p:nvSpPr>
              <p:spPr>
                <a:xfrm>
                  <a:off x="8377117" y="736867"/>
                  <a:ext cx="334138" cy="334138"/>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7" name="Google Shape;1677;p39"/>
              <p:cNvGrpSpPr/>
              <p:nvPr/>
            </p:nvGrpSpPr>
            <p:grpSpPr>
              <a:xfrm rot="5400000">
                <a:off x="8465182" y="675539"/>
                <a:ext cx="678796" cy="678828"/>
                <a:chOff x="8148300" y="1300620"/>
                <a:chExt cx="792615" cy="792653"/>
              </a:xfrm>
            </p:grpSpPr>
            <p:sp>
              <p:nvSpPr>
                <p:cNvPr id="1678" name="Google Shape;1678;p39"/>
                <p:cNvSpPr/>
                <p:nvPr/>
              </p:nvSpPr>
              <p:spPr>
                <a:xfrm>
                  <a:off x="8148300" y="1300620"/>
                  <a:ext cx="792615" cy="792653"/>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9"/>
                <p:cNvSpPr/>
                <p:nvPr/>
              </p:nvSpPr>
              <p:spPr>
                <a:xfrm>
                  <a:off x="8148300" y="1300620"/>
                  <a:ext cx="395888" cy="395926"/>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9"/>
                <p:cNvSpPr/>
                <p:nvPr/>
              </p:nvSpPr>
              <p:spPr>
                <a:xfrm>
                  <a:off x="8148300" y="1300620"/>
                  <a:ext cx="792615" cy="792653"/>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p:cNvSpPr/>
                <p:nvPr/>
              </p:nvSpPr>
              <p:spPr>
                <a:xfrm>
                  <a:off x="8525889" y="1678247"/>
                  <a:ext cx="415023" cy="415023"/>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CUSTOM_35">
    <p:spTree>
      <p:nvGrpSpPr>
        <p:cNvPr id="1" name="Shape 2143"/>
        <p:cNvGrpSpPr/>
        <p:nvPr/>
      </p:nvGrpSpPr>
      <p:grpSpPr>
        <a:xfrm>
          <a:off x="0" y="0"/>
          <a:ext cx="0" cy="0"/>
          <a:chOff x="0" y="0"/>
          <a:chExt cx="0" cy="0"/>
        </a:xfrm>
      </p:grpSpPr>
      <p:sp>
        <p:nvSpPr>
          <p:cNvPr id="2144" name="Google Shape;2144;p49"/>
          <p:cNvSpPr txBox="1">
            <a:spLocks noGrp="1"/>
          </p:cNvSpPr>
          <p:nvPr>
            <p:ph type="title"/>
          </p:nvPr>
        </p:nvSpPr>
        <p:spPr>
          <a:xfrm>
            <a:off x="713400" y="542850"/>
            <a:ext cx="7717200" cy="572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800"/>
              <a:buFont typeface="Squada One"/>
              <a:buNone/>
              <a:defRPr sz="2820"/>
            </a:lvl1pPr>
            <a:lvl2pPr lvl="1" rtl="0">
              <a:spcBef>
                <a:spcPts val="0"/>
              </a:spcBef>
              <a:spcAft>
                <a:spcPts val="0"/>
              </a:spcAft>
              <a:buClr>
                <a:schemeClr val="dk1"/>
              </a:buClr>
              <a:buSzPts val="3200"/>
              <a:buNone/>
              <a:defRPr sz="3200">
                <a:solidFill>
                  <a:schemeClr val="dk1"/>
                </a:solidFill>
              </a:defRPr>
            </a:lvl2pPr>
            <a:lvl3pPr lvl="2" rtl="0">
              <a:spcBef>
                <a:spcPts val="0"/>
              </a:spcBef>
              <a:spcAft>
                <a:spcPts val="0"/>
              </a:spcAft>
              <a:buClr>
                <a:schemeClr val="dk1"/>
              </a:buClr>
              <a:buSzPts val="3200"/>
              <a:buNone/>
              <a:defRPr sz="3200">
                <a:solidFill>
                  <a:schemeClr val="dk1"/>
                </a:solidFill>
              </a:defRPr>
            </a:lvl3pPr>
            <a:lvl4pPr lvl="3" rtl="0">
              <a:spcBef>
                <a:spcPts val="0"/>
              </a:spcBef>
              <a:spcAft>
                <a:spcPts val="0"/>
              </a:spcAft>
              <a:buClr>
                <a:schemeClr val="dk1"/>
              </a:buClr>
              <a:buSzPts val="3200"/>
              <a:buNone/>
              <a:defRPr sz="3200">
                <a:solidFill>
                  <a:schemeClr val="dk1"/>
                </a:solidFill>
              </a:defRPr>
            </a:lvl4pPr>
            <a:lvl5pPr lvl="4" rtl="0">
              <a:spcBef>
                <a:spcPts val="0"/>
              </a:spcBef>
              <a:spcAft>
                <a:spcPts val="0"/>
              </a:spcAft>
              <a:buClr>
                <a:schemeClr val="dk1"/>
              </a:buClr>
              <a:buSzPts val="3200"/>
              <a:buNone/>
              <a:defRPr sz="3200">
                <a:solidFill>
                  <a:schemeClr val="dk1"/>
                </a:solidFill>
              </a:defRPr>
            </a:lvl5pPr>
            <a:lvl6pPr lvl="5" rtl="0">
              <a:spcBef>
                <a:spcPts val="0"/>
              </a:spcBef>
              <a:spcAft>
                <a:spcPts val="0"/>
              </a:spcAft>
              <a:buClr>
                <a:schemeClr val="dk1"/>
              </a:buClr>
              <a:buSzPts val="3200"/>
              <a:buNone/>
              <a:defRPr sz="3200">
                <a:solidFill>
                  <a:schemeClr val="dk1"/>
                </a:solidFill>
              </a:defRPr>
            </a:lvl6pPr>
            <a:lvl7pPr lvl="6" rtl="0">
              <a:spcBef>
                <a:spcPts val="0"/>
              </a:spcBef>
              <a:spcAft>
                <a:spcPts val="0"/>
              </a:spcAft>
              <a:buClr>
                <a:schemeClr val="dk1"/>
              </a:buClr>
              <a:buSzPts val="3200"/>
              <a:buNone/>
              <a:defRPr sz="3200">
                <a:solidFill>
                  <a:schemeClr val="dk1"/>
                </a:solidFill>
              </a:defRPr>
            </a:lvl7pPr>
            <a:lvl8pPr lvl="7" rtl="0">
              <a:spcBef>
                <a:spcPts val="0"/>
              </a:spcBef>
              <a:spcAft>
                <a:spcPts val="0"/>
              </a:spcAft>
              <a:buClr>
                <a:schemeClr val="dk1"/>
              </a:buClr>
              <a:buSzPts val="3200"/>
              <a:buNone/>
              <a:defRPr sz="3200">
                <a:solidFill>
                  <a:schemeClr val="dk1"/>
                </a:solidFill>
              </a:defRPr>
            </a:lvl8pPr>
            <a:lvl9pPr lvl="8" rtl="0">
              <a:spcBef>
                <a:spcPts val="0"/>
              </a:spcBef>
              <a:spcAft>
                <a:spcPts val="0"/>
              </a:spcAft>
              <a:buClr>
                <a:schemeClr val="dk1"/>
              </a:buClr>
              <a:buSzPts val="3200"/>
              <a:buNone/>
              <a:defRPr sz="3200">
                <a:solidFill>
                  <a:schemeClr val="dk1"/>
                </a:solidFill>
              </a:defRPr>
            </a:lvl9pPr>
          </a:lstStyle>
          <a:p>
            <a:endParaRPr/>
          </a:p>
        </p:txBody>
      </p:sp>
      <p:sp>
        <p:nvSpPr>
          <p:cNvPr id="2145" name="Google Shape;2145;p49"/>
          <p:cNvSpPr txBox="1">
            <a:spLocks noGrp="1"/>
          </p:cNvSpPr>
          <p:nvPr>
            <p:ph type="subTitle" idx="1"/>
          </p:nvPr>
        </p:nvSpPr>
        <p:spPr>
          <a:xfrm>
            <a:off x="713400" y="1641450"/>
            <a:ext cx="3858600" cy="186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2146" name="Google Shape;2146;p49"/>
          <p:cNvGrpSpPr/>
          <p:nvPr/>
        </p:nvGrpSpPr>
        <p:grpSpPr>
          <a:xfrm>
            <a:off x="66" y="4536700"/>
            <a:ext cx="9176092" cy="606805"/>
            <a:chOff x="66" y="4536700"/>
            <a:chExt cx="9176092" cy="606805"/>
          </a:xfrm>
        </p:grpSpPr>
        <p:grpSp>
          <p:nvGrpSpPr>
            <p:cNvPr id="2147" name="Google Shape;2147;p49"/>
            <p:cNvGrpSpPr/>
            <p:nvPr/>
          </p:nvGrpSpPr>
          <p:grpSpPr>
            <a:xfrm rot="5400000">
              <a:off x="1226004" y="3310762"/>
              <a:ext cx="606805" cy="3058681"/>
              <a:chOff x="0" y="2571751"/>
              <a:chExt cx="510220" cy="2571833"/>
            </a:xfrm>
          </p:grpSpPr>
          <p:sp>
            <p:nvSpPr>
              <p:cNvPr id="2148" name="Google Shape;2148;p49"/>
              <p:cNvSpPr/>
              <p:nvPr/>
            </p:nvSpPr>
            <p:spPr>
              <a:xfrm>
                <a:off x="0" y="4121760"/>
                <a:ext cx="510220" cy="1021824"/>
              </a:xfrm>
              <a:custGeom>
                <a:avLst/>
                <a:gdLst/>
                <a:ahLst/>
                <a:cxnLst/>
                <a:rect l="l" t="t" r="r" b="b"/>
                <a:pathLst>
                  <a:path w="25063" h="50194" extrusionOk="0">
                    <a:moveTo>
                      <a:pt x="0" y="1"/>
                    </a:moveTo>
                    <a:lnTo>
                      <a:pt x="0" y="50193"/>
                    </a:lnTo>
                    <a:lnTo>
                      <a:pt x="25062" y="50193"/>
                    </a:lnTo>
                    <a:lnTo>
                      <a:pt x="2506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9"/>
              <p:cNvSpPr/>
              <p:nvPr/>
            </p:nvSpPr>
            <p:spPr>
              <a:xfrm>
                <a:off x="0" y="4888411"/>
                <a:ext cx="510220" cy="255120"/>
              </a:xfrm>
              <a:custGeom>
                <a:avLst/>
                <a:gdLst/>
                <a:ahLst/>
                <a:cxnLst/>
                <a:rect l="l" t="t" r="r" b="b"/>
                <a:pathLst>
                  <a:path w="25063" h="12532" extrusionOk="0">
                    <a:moveTo>
                      <a:pt x="0" y="0"/>
                    </a:moveTo>
                    <a:lnTo>
                      <a:pt x="12531" y="12531"/>
                    </a:lnTo>
                    <a:lnTo>
                      <a:pt x="250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9"/>
              <p:cNvSpPr/>
              <p:nvPr/>
            </p:nvSpPr>
            <p:spPr>
              <a:xfrm>
                <a:off x="0" y="4121760"/>
                <a:ext cx="510220" cy="25512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9"/>
              <p:cNvSpPr/>
              <p:nvPr/>
            </p:nvSpPr>
            <p:spPr>
              <a:xfrm>
                <a:off x="0" y="4377310"/>
                <a:ext cx="510220" cy="255120"/>
              </a:xfrm>
              <a:custGeom>
                <a:avLst/>
                <a:gdLst/>
                <a:ahLst/>
                <a:cxnLst/>
                <a:rect l="l" t="t" r="r" b="b"/>
                <a:pathLst>
                  <a:path w="25063" h="12532" extrusionOk="0">
                    <a:moveTo>
                      <a:pt x="0" y="0"/>
                    </a:moveTo>
                    <a:lnTo>
                      <a:pt x="12531" y="12531"/>
                    </a:lnTo>
                    <a:lnTo>
                      <a:pt x="250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9"/>
              <p:cNvSpPr/>
              <p:nvPr/>
            </p:nvSpPr>
            <p:spPr>
              <a:xfrm>
                <a:off x="0" y="4632861"/>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9"/>
              <p:cNvSpPr/>
              <p:nvPr/>
            </p:nvSpPr>
            <p:spPr>
              <a:xfrm>
                <a:off x="0" y="2571751"/>
                <a:ext cx="510220" cy="1021824"/>
              </a:xfrm>
              <a:custGeom>
                <a:avLst/>
                <a:gdLst/>
                <a:ahLst/>
                <a:cxnLst/>
                <a:rect l="l" t="t" r="r" b="b"/>
                <a:pathLst>
                  <a:path w="25063" h="50194" extrusionOk="0">
                    <a:moveTo>
                      <a:pt x="0" y="1"/>
                    </a:moveTo>
                    <a:lnTo>
                      <a:pt x="0" y="50193"/>
                    </a:lnTo>
                    <a:lnTo>
                      <a:pt x="25062" y="50193"/>
                    </a:lnTo>
                    <a:lnTo>
                      <a:pt x="250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9"/>
              <p:cNvSpPr/>
              <p:nvPr/>
            </p:nvSpPr>
            <p:spPr>
              <a:xfrm>
                <a:off x="0" y="3338375"/>
                <a:ext cx="510220" cy="255120"/>
              </a:xfrm>
              <a:custGeom>
                <a:avLst/>
                <a:gdLst/>
                <a:ahLst/>
                <a:cxnLst/>
                <a:rect l="l" t="t" r="r" b="b"/>
                <a:pathLst>
                  <a:path w="25063" h="12532" extrusionOk="0">
                    <a:moveTo>
                      <a:pt x="0" y="0"/>
                    </a:moveTo>
                    <a:lnTo>
                      <a:pt x="12531" y="12531"/>
                    </a:lnTo>
                    <a:lnTo>
                      <a:pt x="250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9"/>
              <p:cNvSpPr/>
              <p:nvPr/>
            </p:nvSpPr>
            <p:spPr>
              <a:xfrm>
                <a:off x="0" y="2571751"/>
                <a:ext cx="510220" cy="25512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9"/>
              <p:cNvSpPr/>
              <p:nvPr/>
            </p:nvSpPr>
            <p:spPr>
              <a:xfrm>
                <a:off x="0" y="2827292"/>
                <a:ext cx="510220" cy="255120"/>
              </a:xfrm>
              <a:custGeom>
                <a:avLst/>
                <a:gdLst/>
                <a:ahLst/>
                <a:cxnLst/>
                <a:rect l="l" t="t" r="r" b="b"/>
                <a:pathLst>
                  <a:path w="25063" h="12532" extrusionOk="0">
                    <a:moveTo>
                      <a:pt x="0" y="0"/>
                    </a:moveTo>
                    <a:lnTo>
                      <a:pt x="12531" y="12531"/>
                    </a:lnTo>
                    <a:lnTo>
                      <a:pt x="250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9"/>
              <p:cNvSpPr/>
              <p:nvPr/>
            </p:nvSpPr>
            <p:spPr>
              <a:xfrm>
                <a:off x="0" y="3082834"/>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9"/>
              <p:cNvSpPr/>
              <p:nvPr/>
            </p:nvSpPr>
            <p:spPr>
              <a:xfrm>
                <a:off x="0" y="3857840"/>
                <a:ext cx="510220" cy="255120"/>
              </a:xfrm>
              <a:custGeom>
                <a:avLst/>
                <a:gdLst/>
                <a:ahLst/>
                <a:cxnLst/>
                <a:rect l="l" t="t" r="r" b="b"/>
                <a:pathLst>
                  <a:path w="25063" h="12532" extrusionOk="0">
                    <a:moveTo>
                      <a:pt x="0" y="0"/>
                    </a:moveTo>
                    <a:lnTo>
                      <a:pt x="12531" y="12531"/>
                    </a:lnTo>
                    <a:lnTo>
                      <a:pt x="2506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9"/>
              <p:cNvSpPr/>
              <p:nvPr/>
            </p:nvSpPr>
            <p:spPr>
              <a:xfrm>
                <a:off x="0" y="3602293"/>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9"/>
              <p:cNvSpPr/>
              <p:nvPr/>
            </p:nvSpPr>
            <p:spPr>
              <a:xfrm>
                <a:off x="225040" y="3827369"/>
                <a:ext cx="60111" cy="60540"/>
              </a:xfrm>
              <a:custGeom>
                <a:avLst/>
                <a:gdLst/>
                <a:ahLst/>
                <a:cxnLst/>
                <a:rect l="l" t="t" r="r" b="b"/>
                <a:pathLst>
                  <a:path w="3083" h="3105" extrusionOk="0">
                    <a:moveTo>
                      <a:pt x="1530" y="0"/>
                    </a:moveTo>
                    <a:cubicBezTo>
                      <a:pt x="686" y="0"/>
                      <a:pt x="1" y="708"/>
                      <a:pt x="1" y="1553"/>
                    </a:cubicBezTo>
                    <a:cubicBezTo>
                      <a:pt x="1" y="2397"/>
                      <a:pt x="686" y="3105"/>
                      <a:pt x="1530" y="3105"/>
                    </a:cubicBezTo>
                    <a:cubicBezTo>
                      <a:pt x="2397" y="3105"/>
                      <a:pt x="3082" y="2397"/>
                      <a:pt x="3082" y="1553"/>
                    </a:cubicBezTo>
                    <a:cubicBezTo>
                      <a:pt x="3082" y="708"/>
                      <a:pt x="2397" y="0"/>
                      <a:pt x="15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1" name="Google Shape;2161;p49"/>
            <p:cNvGrpSpPr/>
            <p:nvPr/>
          </p:nvGrpSpPr>
          <p:grpSpPr>
            <a:xfrm rot="5400000">
              <a:off x="7343415" y="3310762"/>
              <a:ext cx="606805" cy="3058681"/>
              <a:chOff x="0" y="2571751"/>
              <a:chExt cx="510220" cy="2571833"/>
            </a:xfrm>
          </p:grpSpPr>
          <p:sp>
            <p:nvSpPr>
              <p:cNvPr id="2162" name="Google Shape;2162;p49"/>
              <p:cNvSpPr/>
              <p:nvPr/>
            </p:nvSpPr>
            <p:spPr>
              <a:xfrm>
                <a:off x="0" y="4121760"/>
                <a:ext cx="510220" cy="1021824"/>
              </a:xfrm>
              <a:custGeom>
                <a:avLst/>
                <a:gdLst/>
                <a:ahLst/>
                <a:cxnLst/>
                <a:rect l="l" t="t" r="r" b="b"/>
                <a:pathLst>
                  <a:path w="25063" h="50194" extrusionOk="0">
                    <a:moveTo>
                      <a:pt x="0" y="1"/>
                    </a:moveTo>
                    <a:lnTo>
                      <a:pt x="0" y="50193"/>
                    </a:lnTo>
                    <a:lnTo>
                      <a:pt x="25062" y="50193"/>
                    </a:lnTo>
                    <a:lnTo>
                      <a:pt x="2506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9"/>
              <p:cNvSpPr/>
              <p:nvPr/>
            </p:nvSpPr>
            <p:spPr>
              <a:xfrm>
                <a:off x="0" y="4888411"/>
                <a:ext cx="510220" cy="255120"/>
              </a:xfrm>
              <a:custGeom>
                <a:avLst/>
                <a:gdLst/>
                <a:ahLst/>
                <a:cxnLst/>
                <a:rect l="l" t="t" r="r" b="b"/>
                <a:pathLst>
                  <a:path w="25063" h="12532" extrusionOk="0">
                    <a:moveTo>
                      <a:pt x="0" y="0"/>
                    </a:moveTo>
                    <a:lnTo>
                      <a:pt x="12531" y="12531"/>
                    </a:lnTo>
                    <a:lnTo>
                      <a:pt x="250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9"/>
              <p:cNvSpPr/>
              <p:nvPr/>
            </p:nvSpPr>
            <p:spPr>
              <a:xfrm>
                <a:off x="0" y="4121760"/>
                <a:ext cx="510220" cy="25512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9"/>
              <p:cNvSpPr/>
              <p:nvPr/>
            </p:nvSpPr>
            <p:spPr>
              <a:xfrm>
                <a:off x="0" y="4377310"/>
                <a:ext cx="510220" cy="255120"/>
              </a:xfrm>
              <a:custGeom>
                <a:avLst/>
                <a:gdLst/>
                <a:ahLst/>
                <a:cxnLst/>
                <a:rect l="l" t="t" r="r" b="b"/>
                <a:pathLst>
                  <a:path w="25063" h="12532" extrusionOk="0">
                    <a:moveTo>
                      <a:pt x="0" y="0"/>
                    </a:moveTo>
                    <a:lnTo>
                      <a:pt x="12531" y="12531"/>
                    </a:lnTo>
                    <a:lnTo>
                      <a:pt x="250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9"/>
              <p:cNvSpPr/>
              <p:nvPr/>
            </p:nvSpPr>
            <p:spPr>
              <a:xfrm>
                <a:off x="0" y="4632861"/>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9"/>
              <p:cNvSpPr/>
              <p:nvPr/>
            </p:nvSpPr>
            <p:spPr>
              <a:xfrm>
                <a:off x="0" y="2571751"/>
                <a:ext cx="510220" cy="1021824"/>
              </a:xfrm>
              <a:custGeom>
                <a:avLst/>
                <a:gdLst/>
                <a:ahLst/>
                <a:cxnLst/>
                <a:rect l="l" t="t" r="r" b="b"/>
                <a:pathLst>
                  <a:path w="25063" h="50194" extrusionOk="0">
                    <a:moveTo>
                      <a:pt x="0" y="1"/>
                    </a:moveTo>
                    <a:lnTo>
                      <a:pt x="0" y="50193"/>
                    </a:lnTo>
                    <a:lnTo>
                      <a:pt x="25062" y="50193"/>
                    </a:lnTo>
                    <a:lnTo>
                      <a:pt x="250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9"/>
              <p:cNvSpPr/>
              <p:nvPr/>
            </p:nvSpPr>
            <p:spPr>
              <a:xfrm>
                <a:off x="0" y="3338375"/>
                <a:ext cx="510220" cy="255120"/>
              </a:xfrm>
              <a:custGeom>
                <a:avLst/>
                <a:gdLst/>
                <a:ahLst/>
                <a:cxnLst/>
                <a:rect l="l" t="t" r="r" b="b"/>
                <a:pathLst>
                  <a:path w="25063" h="12532" extrusionOk="0">
                    <a:moveTo>
                      <a:pt x="0" y="0"/>
                    </a:moveTo>
                    <a:lnTo>
                      <a:pt x="12531" y="12531"/>
                    </a:lnTo>
                    <a:lnTo>
                      <a:pt x="250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9"/>
              <p:cNvSpPr/>
              <p:nvPr/>
            </p:nvSpPr>
            <p:spPr>
              <a:xfrm>
                <a:off x="0" y="2571751"/>
                <a:ext cx="510220" cy="25512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9"/>
              <p:cNvSpPr/>
              <p:nvPr/>
            </p:nvSpPr>
            <p:spPr>
              <a:xfrm>
                <a:off x="0" y="2827292"/>
                <a:ext cx="510220" cy="255120"/>
              </a:xfrm>
              <a:custGeom>
                <a:avLst/>
                <a:gdLst/>
                <a:ahLst/>
                <a:cxnLst/>
                <a:rect l="l" t="t" r="r" b="b"/>
                <a:pathLst>
                  <a:path w="25063" h="12532" extrusionOk="0">
                    <a:moveTo>
                      <a:pt x="0" y="0"/>
                    </a:moveTo>
                    <a:lnTo>
                      <a:pt x="12531" y="12531"/>
                    </a:lnTo>
                    <a:lnTo>
                      <a:pt x="250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9"/>
              <p:cNvSpPr/>
              <p:nvPr/>
            </p:nvSpPr>
            <p:spPr>
              <a:xfrm>
                <a:off x="0" y="3082834"/>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9"/>
              <p:cNvSpPr/>
              <p:nvPr/>
            </p:nvSpPr>
            <p:spPr>
              <a:xfrm>
                <a:off x="0" y="3857840"/>
                <a:ext cx="510220" cy="255120"/>
              </a:xfrm>
              <a:custGeom>
                <a:avLst/>
                <a:gdLst/>
                <a:ahLst/>
                <a:cxnLst/>
                <a:rect l="l" t="t" r="r" b="b"/>
                <a:pathLst>
                  <a:path w="25063" h="12532" extrusionOk="0">
                    <a:moveTo>
                      <a:pt x="0" y="0"/>
                    </a:moveTo>
                    <a:lnTo>
                      <a:pt x="12531" y="12531"/>
                    </a:lnTo>
                    <a:lnTo>
                      <a:pt x="2506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9"/>
              <p:cNvSpPr/>
              <p:nvPr/>
            </p:nvSpPr>
            <p:spPr>
              <a:xfrm>
                <a:off x="0" y="3602293"/>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9"/>
              <p:cNvSpPr/>
              <p:nvPr/>
            </p:nvSpPr>
            <p:spPr>
              <a:xfrm>
                <a:off x="225040" y="3827369"/>
                <a:ext cx="60111" cy="60540"/>
              </a:xfrm>
              <a:custGeom>
                <a:avLst/>
                <a:gdLst/>
                <a:ahLst/>
                <a:cxnLst/>
                <a:rect l="l" t="t" r="r" b="b"/>
                <a:pathLst>
                  <a:path w="3083" h="3105" extrusionOk="0">
                    <a:moveTo>
                      <a:pt x="1530" y="0"/>
                    </a:moveTo>
                    <a:cubicBezTo>
                      <a:pt x="686" y="0"/>
                      <a:pt x="1" y="708"/>
                      <a:pt x="1" y="1553"/>
                    </a:cubicBezTo>
                    <a:cubicBezTo>
                      <a:pt x="1" y="2397"/>
                      <a:pt x="686" y="3105"/>
                      <a:pt x="1530" y="3105"/>
                    </a:cubicBezTo>
                    <a:cubicBezTo>
                      <a:pt x="2397" y="3105"/>
                      <a:pt x="3082" y="2397"/>
                      <a:pt x="3082" y="1553"/>
                    </a:cubicBezTo>
                    <a:cubicBezTo>
                      <a:pt x="3082" y="708"/>
                      <a:pt x="2397" y="0"/>
                      <a:pt x="15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5" name="Google Shape;2175;p49"/>
            <p:cNvGrpSpPr/>
            <p:nvPr/>
          </p:nvGrpSpPr>
          <p:grpSpPr>
            <a:xfrm rot="5400000">
              <a:off x="4284709" y="3310762"/>
              <a:ext cx="606805" cy="3058681"/>
              <a:chOff x="0" y="2571751"/>
              <a:chExt cx="510220" cy="2571833"/>
            </a:xfrm>
          </p:grpSpPr>
          <p:sp>
            <p:nvSpPr>
              <p:cNvPr id="2176" name="Google Shape;2176;p49"/>
              <p:cNvSpPr/>
              <p:nvPr/>
            </p:nvSpPr>
            <p:spPr>
              <a:xfrm>
                <a:off x="0" y="4121760"/>
                <a:ext cx="510220" cy="1021824"/>
              </a:xfrm>
              <a:custGeom>
                <a:avLst/>
                <a:gdLst/>
                <a:ahLst/>
                <a:cxnLst/>
                <a:rect l="l" t="t" r="r" b="b"/>
                <a:pathLst>
                  <a:path w="25063" h="50194" extrusionOk="0">
                    <a:moveTo>
                      <a:pt x="0" y="1"/>
                    </a:moveTo>
                    <a:lnTo>
                      <a:pt x="0" y="50193"/>
                    </a:lnTo>
                    <a:lnTo>
                      <a:pt x="25062" y="50193"/>
                    </a:lnTo>
                    <a:lnTo>
                      <a:pt x="250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9"/>
              <p:cNvSpPr/>
              <p:nvPr/>
            </p:nvSpPr>
            <p:spPr>
              <a:xfrm>
                <a:off x="0" y="4888411"/>
                <a:ext cx="510220" cy="255120"/>
              </a:xfrm>
              <a:custGeom>
                <a:avLst/>
                <a:gdLst/>
                <a:ahLst/>
                <a:cxnLst/>
                <a:rect l="l" t="t" r="r" b="b"/>
                <a:pathLst>
                  <a:path w="25063" h="12532" extrusionOk="0">
                    <a:moveTo>
                      <a:pt x="0" y="0"/>
                    </a:moveTo>
                    <a:lnTo>
                      <a:pt x="12531" y="12531"/>
                    </a:lnTo>
                    <a:lnTo>
                      <a:pt x="2506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9"/>
              <p:cNvSpPr/>
              <p:nvPr/>
            </p:nvSpPr>
            <p:spPr>
              <a:xfrm>
                <a:off x="0" y="4121760"/>
                <a:ext cx="510220" cy="25512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9"/>
              <p:cNvSpPr/>
              <p:nvPr/>
            </p:nvSpPr>
            <p:spPr>
              <a:xfrm>
                <a:off x="0" y="4377310"/>
                <a:ext cx="510220" cy="255120"/>
              </a:xfrm>
              <a:custGeom>
                <a:avLst/>
                <a:gdLst/>
                <a:ahLst/>
                <a:cxnLst/>
                <a:rect l="l" t="t" r="r" b="b"/>
                <a:pathLst>
                  <a:path w="25063" h="12532" extrusionOk="0">
                    <a:moveTo>
                      <a:pt x="0" y="0"/>
                    </a:moveTo>
                    <a:lnTo>
                      <a:pt x="12531" y="12531"/>
                    </a:lnTo>
                    <a:lnTo>
                      <a:pt x="250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9"/>
              <p:cNvSpPr/>
              <p:nvPr/>
            </p:nvSpPr>
            <p:spPr>
              <a:xfrm>
                <a:off x="0" y="4632861"/>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9"/>
              <p:cNvSpPr/>
              <p:nvPr/>
            </p:nvSpPr>
            <p:spPr>
              <a:xfrm>
                <a:off x="0" y="2571751"/>
                <a:ext cx="510220" cy="1021824"/>
              </a:xfrm>
              <a:custGeom>
                <a:avLst/>
                <a:gdLst/>
                <a:ahLst/>
                <a:cxnLst/>
                <a:rect l="l" t="t" r="r" b="b"/>
                <a:pathLst>
                  <a:path w="25063" h="50194" extrusionOk="0">
                    <a:moveTo>
                      <a:pt x="0" y="1"/>
                    </a:moveTo>
                    <a:lnTo>
                      <a:pt x="0" y="50193"/>
                    </a:lnTo>
                    <a:lnTo>
                      <a:pt x="25062" y="50193"/>
                    </a:lnTo>
                    <a:lnTo>
                      <a:pt x="250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9"/>
              <p:cNvSpPr/>
              <p:nvPr/>
            </p:nvSpPr>
            <p:spPr>
              <a:xfrm>
                <a:off x="0" y="3338375"/>
                <a:ext cx="510220" cy="255120"/>
              </a:xfrm>
              <a:custGeom>
                <a:avLst/>
                <a:gdLst/>
                <a:ahLst/>
                <a:cxnLst/>
                <a:rect l="l" t="t" r="r" b="b"/>
                <a:pathLst>
                  <a:path w="25063" h="12532" extrusionOk="0">
                    <a:moveTo>
                      <a:pt x="0" y="0"/>
                    </a:moveTo>
                    <a:lnTo>
                      <a:pt x="12531" y="12531"/>
                    </a:lnTo>
                    <a:lnTo>
                      <a:pt x="250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9"/>
              <p:cNvSpPr/>
              <p:nvPr/>
            </p:nvSpPr>
            <p:spPr>
              <a:xfrm>
                <a:off x="0" y="2571751"/>
                <a:ext cx="510220" cy="25512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9"/>
              <p:cNvSpPr/>
              <p:nvPr/>
            </p:nvSpPr>
            <p:spPr>
              <a:xfrm>
                <a:off x="0" y="2827292"/>
                <a:ext cx="510220" cy="255120"/>
              </a:xfrm>
              <a:custGeom>
                <a:avLst/>
                <a:gdLst/>
                <a:ahLst/>
                <a:cxnLst/>
                <a:rect l="l" t="t" r="r" b="b"/>
                <a:pathLst>
                  <a:path w="25063" h="12532" extrusionOk="0">
                    <a:moveTo>
                      <a:pt x="0" y="0"/>
                    </a:moveTo>
                    <a:lnTo>
                      <a:pt x="12531" y="12531"/>
                    </a:lnTo>
                    <a:lnTo>
                      <a:pt x="250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9"/>
              <p:cNvSpPr/>
              <p:nvPr/>
            </p:nvSpPr>
            <p:spPr>
              <a:xfrm>
                <a:off x="0" y="3082834"/>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9"/>
              <p:cNvSpPr/>
              <p:nvPr/>
            </p:nvSpPr>
            <p:spPr>
              <a:xfrm>
                <a:off x="0" y="3857840"/>
                <a:ext cx="510220" cy="255120"/>
              </a:xfrm>
              <a:custGeom>
                <a:avLst/>
                <a:gdLst/>
                <a:ahLst/>
                <a:cxnLst/>
                <a:rect l="l" t="t" r="r" b="b"/>
                <a:pathLst>
                  <a:path w="25063" h="12532" extrusionOk="0">
                    <a:moveTo>
                      <a:pt x="0" y="0"/>
                    </a:moveTo>
                    <a:lnTo>
                      <a:pt x="12531" y="12531"/>
                    </a:lnTo>
                    <a:lnTo>
                      <a:pt x="2506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9"/>
              <p:cNvSpPr/>
              <p:nvPr/>
            </p:nvSpPr>
            <p:spPr>
              <a:xfrm>
                <a:off x="0" y="3602293"/>
                <a:ext cx="510220" cy="25512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9"/>
              <p:cNvSpPr/>
              <p:nvPr/>
            </p:nvSpPr>
            <p:spPr>
              <a:xfrm>
                <a:off x="225040" y="3827369"/>
                <a:ext cx="60111" cy="60540"/>
              </a:xfrm>
              <a:custGeom>
                <a:avLst/>
                <a:gdLst/>
                <a:ahLst/>
                <a:cxnLst/>
                <a:rect l="l" t="t" r="r" b="b"/>
                <a:pathLst>
                  <a:path w="3083" h="3105" extrusionOk="0">
                    <a:moveTo>
                      <a:pt x="1530" y="0"/>
                    </a:moveTo>
                    <a:cubicBezTo>
                      <a:pt x="686" y="0"/>
                      <a:pt x="1" y="708"/>
                      <a:pt x="1" y="1553"/>
                    </a:cubicBezTo>
                    <a:cubicBezTo>
                      <a:pt x="1" y="2397"/>
                      <a:pt x="686" y="3105"/>
                      <a:pt x="1530" y="3105"/>
                    </a:cubicBezTo>
                    <a:cubicBezTo>
                      <a:pt x="2397" y="3105"/>
                      <a:pt x="3082" y="2397"/>
                      <a:pt x="3082" y="1553"/>
                    </a:cubicBezTo>
                    <a:cubicBezTo>
                      <a:pt x="3082" y="708"/>
                      <a:pt x="2397" y="0"/>
                      <a:pt x="15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2400"/>
        <p:cNvGrpSpPr/>
        <p:nvPr/>
      </p:nvGrpSpPr>
      <p:grpSpPr>
        <a:xfrm>
          <a:off x="0" y="0"/>
          <a:ext cx="0" cy="0"/>
          <a:chOff x="0" y="0"/>
          <a:chExt cx="0" cy="0"/>
        </a:xfrm>
      </p:grpSpPr>
      <p:grpSp>
        <p:nvGrpSpPr>
          <p:cNvPr id="2401" name="Google Shape;2401;p51"/>
          <p:cNvGrpSpPr/>
          <p:nvPr/>
        </p:nvGrpSpPr>
        <p:grpSpPr>
          <a:xfrm>
            <a:off x="3733541" y="4133624"/>
            <a:ext cx="1676919" cy="474945"/>
            <a:chOff x="3733541" y="4133624"/>
            <a:chExt cx="1676919" cy="474945"/>
          </a:xfrm>
        </p:grpSpPr>
        <p:grpSp>
          <p:nvGrpSpPr>
            <p:cNvPr id="2402" name="Google Shape;2402;p51"/>
            <p:cNvGrpSpPr/>
            <p:nvPr/>
          </p:nvGrpSpPr>
          <p:grpSpPr>
            <a:xfrm>
              <a:off x="3733541" y="4134238"/>
              <a:ext cx="312143" cy="474320"/>
              <a:chOff x="2542150" y="4511200"/>
              <a:chExt cx="775125" cy="1177850"/>
            </a:xfrm>
          </p:grpSpPr>
          <p:sp>
            <p:nvSpPr>
              <p:cNvPr id="2403" name="Google Shape;2403;p51"/>
              <p:cNvSpPr/>
              <p:nvPr/>
            </p:nvSpPr>
            <p:spPr>
              <a:xfrm>
                <a:off x="2542150" y="4511200"/>
                <a:ext cx="775125" cy="809300"/>
              </a:xfrm>
              <a:custGeom>
                <a:avLst/>
                <a:gdLst/>
                <a:ahLst/>
                <a:cxnLst/>
                <a:rect l="l" t="t" r="r" b="b"/>
                <a:pathLst>
                  <a:path w="31005" h="32372" extrusionOk="0">
                    <a:moveTo>
                      <a:pt x="15503" y="1"/>
                    </a:moveTo>
                    <a:cubicBezTo>
                      <a:pt x="12402" y="1"/>
                      <a:pt x="9849" y="2007"/>
                      <a:pt x="8907" y="4773"/>
                    </a:cubicBezTo>
                    <a:cubicBezTo>
                      <a:pt x="8434" y="4671"/>
                      <a:pt x="7956" y="4621"/>
                      <a:pt x="7480" y="4621"/>
                    </a:cubicBezTo>
                    <a:cubicBezTo>
                      <a:pt x="5106" y="4621"/>
                      <a:pt x="2786" y="5858"/>
                      <a:pt x="1521" y="8086"/>
                    </a:cubicBezTo>
                    <a:cubicBezTo>
                      <a:pt x="1" y="10730"/>
                      <a:pt x="396" y="14013"/>
                      <a:pt x="2341" y="16171"/>
                    </a:cubicBezTo>
                    <a:cubicBezTo>
                      <a:pt x="396" y="18329"/>
                      <a:pt x="1" y="21612"/>
                      <a:pt x="1521" y="24256"/>
                    </a:cubicBezTo>
                    <a:cubicBezTo>
                      <a:pt x="2786" y="26484"/>
                      <a:pt x="5106" y="27721"/>
                      <a:pt x="7480" y="27721"/>
                    </a:cubicBezTo>
                    <a:cubicBezTo>
                      <a:pt x="7956" y="27721"/>
                      <a:pt x="8434" y="27671"/>
                      <a:pt x="8907" y="27569"/>
                    </a:cubicBezTo>
                    <a:cubicBezTo>
                      <a:pt x="9819" y="30335"/>
                      <a:pt x="12402" y="32372"/>
                      <a:pt x="15503" y="32372"/>
                    </a:cubicBezTo>
                    <a:cubicBezTo>
                      <a:pt x="18573" y="32372"/>
                      <a:pt x="21156" y="30335"/>
                      <a:pt x="22068" y="27569"/>
                    </a:cubicBezTo>
                    <a:cubicBezTo>
                      <a:pt x="22546" y="27671"/>
                      <a:pt x="23028" y="27721"/>
                      <a:pt x="23508" y="27721"/>
                    </a:cubicBezTo>
                    <a:cubicBezTo>
                      <a:pt x="25899" y="27721"/>
                      <a:pt x="28219" y="26484"/>
                      <a:pt x="29485" y="24256"/>
                    </a:cubicBezTo>
                    <a:cubicBezTo>
                      <a:pt x="31004" y="21612"/>
                      <a:pt x="30579" y="18329"/>
                      <a:pt x="28634" y="16171"/>
                    </a:cubicBezTo>
                    <a:cubicBezTo>
                      <a:pt x="30579" y="14013"/>
                      <a:pt x="31004" y="10730"/>
                      <a:pt x="29485" y="8086"/>
                    </a:cubicBezTo>
                    <a:cubicBezTo>
                      <a:pt x="28219" y="5858"/>
                      <a:pt x="25899" y="4621"/>
                      <a:pt x="23508" y="4621"/>
                    </a:cubicBezTo>
                    <a:cubicBezTo>
                      <a:pt x="23028" y="4621"/>
                      <a:pt x="22546" y="4671"/>
                      <a:pt x="22068" y="4773"/>
                    </a:cubicBezTo>
                    <a:cubicBezTo>
                      <a:pt x="21156" y="2007"/>
                      <a:pt x="18573" y="1"/>
                      <a:pt x="155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51"/>
              <p:cNvSpPr/>
              <p:nvPr/>
            </p:nvSpPr>
            <p:spPr>
              <a:xfrm>
                <a:off x="2645500" y="4656600"/>
                <a:ext cx="566900" cy="516975"/>
              </a:xfrm>
              <a:custGeom>
                <a:avLst/>
                <a:gdLst/>
                <a:ahLst/>
                <a:cxnLst/>
                <a:rect l="l" t="t" r="r" b="b"/>
                <a:pathLst>
                  <a:path w="22676" h="20679" extrusionOk="0">
                    <a:moveTo>
                      <a:pt x="11307" y="1"/>
                    </a:moveTo>
                    <a:cubicBezTo>
                      <a:pt x="6597" y="1"/>
                      <a:pt x="2346" y="3257"/>
                      <a:pt x="1247" y="8045"/>
                    </a:cubicBezTo>
                    <a:cubicBezTo>
                      <a:pt x="1" y="13607"/>
                      <a:pt x="3466" y="19139"/>
                      <a:pt x="9028" y="20416"/>
                    </a:cubicBezTo>
                    <a:cubicBezTo>
                      <a:pt x="9803" y="20594"/>
                      <a:pt x="10577" y="20679"/>
                      <a:pt x="11340" y="20679"/>
                    </a:cubicBezTo>
                    <a:cubicBezTo>
                      <a:pt x="16056" y="20679"/>
                      <a:pt x="20327" y="17422"/>
                      <a:pt x="21399" y="12635"/>
                    </a:cubicBezTo>
                    <a:cubicBezTo>
                      <a:pt x="22676" y="7072"/>
                      <a:pt x="19180" y="1540"/>
                      <a:pt x="13618" y="264"/>
                    </a:cubicBezTo>
                    <a:cubicBezTo>
                      <a:pt x="12843" y="86"/>
                      <a:pt x="12069" y="1"/>
                      <a:pt x="11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1"/>
              <p:cNvSpPr/>
              <p:nvPr/>
            </p:nvSpPr>
            <p:spPr>
              <a:xfrm>
                <a:off x="2764800" y="4770850"/>
                <a:ext cx="328300" cy="288825"/>
              </a:xfrm>
              <a:custGeom>
                <a:avLst/>
                <a:gdLst/>
                <a:ahLst/>
                <a:cxnLst/>
                <a:rect l="l" t="t" r="r" b="b"/>
                <a:pathLst>
                  <a:path w="13132" h="11553" extrusionOk="0">
                    <a:moveTo>
                      <a:pt x="6554" y="0"/>
                    </a:moveTo>
                    <a:cubicBezTo>
                      <a:pt x="5796" y="0"/>
                      <a:pt x="5026" y="150"/>
                      <a:pt x="4287" y="466"/>
                    </a:cubicBezTo>
                    <a:cubicBezTo>
                      <a:pt x="1338" y="1742"/>
                      <a:pt x="1" y="5116"/>
                      <a:pt x="1247" y="8065"/>
                    </a:cubicBezTo>
                    <a:cubicBezTo>
                      <a:pt x="2198" y="10239"/>
                      <a:pt x="4314" y="11553"/>
                      <a:pt x="6551" y="11553"/>
                    </a:cubicBezTo>
                    <a:cubicBezTo>
                      <a:pt x="7316" y="11553"/>
                      <a:pt x="8095" y="11399"/>
                      <a:pt x="8846" y="11074"/>
                    </a:cubicBezTo>
                    <a:cubicBezTo>
                      <a:pt x="11764" y="9828"/>
                      <a:pt x="13132" y="6423"/>
                      <a:pt x="11855" y="3505"/>
                    </a:cubicBezTo>
                    <a:cubicBezTo>
                      <a:pt x="10924" y="1304"/>
                      <a:pt x="8790" y="0"/>
                      <a:pt x="65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51"/>
              <p:cNvSpPr/>
              <p:nvPr/>
            </p:nvSpPr>
            <p:spPr>
              <a:xfrm>
                <a:off x="2565725" y="5320475"/>
                <a:ext cx="368550" cy="368575"/>
              </a:xfrm>
              <a:custGeom>
                <a:avLst/>
                <a:gdLst/>
                <a:ahLst/>
                <a:cxnLst/>
                <a:rect l="l" t="t" r="r" b="b"/>
                <a:pathLst>
                  <a:path w="14742" h="14743" extrusionOk="0">
                    <a:moveTo>
                      <a:pt x="0" y="1"/>
                    </a:moveTo>
                    <a:cubicBezTo>
                      <a:pt x="0" y="8116"/>
                      <a:pt x="6626" y="14743"/>
                      <a:pt x="14742" y="14743"/>
                    </a:cubicBezTo>
                    <a:cubicBezTo>
                      <a:pt x="14712" y="6566"/>
                      <a:pt x="814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51"/>
              <p:cNvSpPr/>
              <p:nvPr/>
            </p:nvSpPr>
            <p:spPr>
              <a:xfrm>
                <a:off x="2933500" y="5318975"/>
                <a:ext cx="368575" cy="368550"/>
              </a:xfrm>
              <a:custGeom>
                <a:avLst/>
                <a:gdLst/>
                <a:ahLst/>
                <a:cxnLst/>
                <a:rect l="l" t="t" r="r" b="b"/>
                <a:pathLst>
                  <a:path w="14743" h="14742" extrusionOk="0">
                    <a:moveTo>
                      <a:pt x="14743" y="0"/>
                    </a:moveTo>
                    <a:cubicBezTo>
                      <a:pt x="6596" y="61"/>
                      <a:pt x="1" y="6626"/>
                      <a:pt x="1" y="14742"/>
                    </a:cubicBezTo>
                    <a:lnTo>
                      <a:pt x="1" y="14742"/>
                    </a:lnTo>
                    <a:cubicBezTo>
                      <a:pt x="8116" y="14742"/>
                      <a:pt x="14743" y="8146"/>
                      <a:pt x="147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8" name="Google Shape;2408;p51"/>
            <p:cNvGrpSpPr/>
            <p:nvPr/>
          </p:nvGrpSpPr>
          <p:grpSpPr>
            <a:xfrm>
              <a:off x="4179088" y="4133624"/>
              <a:ext cx="326217" cy="474934"/>
              <a:chOff x="3648550" y="4509675"/>
              <a:chExt cx="810075" cy="1179375"/>
            </a:xfrm>
          </p:grpSpPr>
          <p:sp>
            <p:nvSpPr>
              <p:cNvPr id="2409" name="Google Shape;2409;p51"/>
              <p:cNvSpPr/>
              <p:nvPr/>
            </p:nvSpPr>
            <p:spPr>
              <a:xfrm>
                <a:off x="3685800" y="5320475"/>
                <a:ext cx="368575" cy="368575"/>
              </a:xfrm>
              <a:custGeom>
                <a:avLst/>
                <a:gdLst/>
                <a:ahLst/>
                <a:cxnLst/>
                <a:rect l="l" t="t" r="r" b="b"/>
                <a:pathLst>
                  <a:path w="14743" h="14743" extrusionOk="0">
                    <a:moveTo>
                      <a:pt x="0" y="1"/>
                    </a:moveTo>
                    <a:cubicBezTo>
                      <a:pt x="0" y="8116"/>
                      <a:pt x="6596" y="14743"/>
                      <a:pt x="14742" y="14743"/>
                    </a:cubicBezTo>
                    <a:cubicBezTo>
                      <a:pt x="14742" y="6566"/>
                      <a:pt x="811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1"/>
              <p:cNvSpPr/>
              <p:nvPr/>
            </p:nvSpPr>
            <p:spPr>
              <a:xfrm>
                <a:off x="4054350" y="5318975"/>
                <a:ext cx="368575" cy="368550"/>
              </a:xfrm>
              <a:custGeom>
                <a:avLst/>
                <a:gdLst/>
                <a:ahLst/>
                <a:cxnLst/>
                <a:rect l="l" t="t" r="r" b="b"/>
                <a:pathLst>
                  <a:path w="14743" h="14742" extrusionOk="0">
                    <a:moveTo>
                      <a:pt x="14742" y="0"/>
                    </a:moveTo>
                    <a:lnTo>
                      <a:pt x="14742" y="0"/>
                    </a:lnTo>
                    <a:cubicBezTo>
                      <a:pt x="6566" y="61"/>
                      <a:pt x="0" y="6626"/>
                      <a:pt x="0" y="14742"/>
                    </a:cubicBezTo>
                    <a:cubicBezTo>
                      <a:pt x="8116" y="14742"/>
                      <a:pt x="14742" y="8146"/>
                      <a:pt x="14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1"/>
              <p:cNvSpPr/>
              <p:nvPr/>
            </p:nvSpPr>
            <p:spPr>
              <a:xfrm>
                <a:off x="3852225" y="4509675"/>
                <a:ext cx="404275" cy="202925"/>
              </a:xfrm>
              <a:custGeom>
                <a:avLst/>
                <a:gdLst/>
                <a:ahLst/>
                <a:cxnLst/>
                <a:rect l="l" t="t" r="r" b="b"/>
                <a:pathLst>
                  <a:path w="16171" h="8117" extrusionOk="0">
                    <a:moveTo>
                      <a:pt x="8085" y="1"/>
                    </a:moveTo>
                    <a:cubicBezTo>
                      <a:pt x="3587" y="1"/>
                      <a:pt x="0" y="3618"/>
                      <a:pt x="0" y="8116"/>
                    </a:cubicBezTo>
                    <a:lnTo>
                      <a:pt x="16171" y="8116"/>
                    </a:lnTo>
                    <a:cubicBezTo>
                      <a:pt x="16171" y="3618"/>
                      <a:pt x="12523" y="1"/>
                      <a:pt x="80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1"/>
              <p:cNvSpPr/>
              <p:nvPr/>
            </p:nvSpPr>
            <p:spPr>
              <a:xfrm>
                <a:off x="3850700" y="5117600"/>
                <a:ext cx="405800" cy="202900"/>
              </a:xfrm>
              <a:custGeom>
                <a:avLst/>
                <a:gdLst/>
                <a:ahLst/>
                <a:cxnLst/>
                <a:rect l="l" t="t" r="r" b="b"/>
                <a:pathLst>
                  <a:path w="16232" h="8116" extrusionOk="0">
                    <a:moveTo>
                      <a:pt x="61" y="0"/>
                    </a:moveTo>
                    <a:cubicBezTo>
                      <a:pt x="0" y="4468"/>
                      <a:pt x="3648" y="8116"/>
                      <a:pt x="8146" y="8116"/>
                    </a:cubicBezTo>
                    <a:cubicBezTo>
                      <a:pt x="12614" y="8116"/>
                      <a:pt x="16232" y="4499"/>
                      <a:pt x="16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1"/>
              <p:cNvSpPr/>
              <p:nvPr/>
            </p:nvSpPr>
            <p:spPr>
              <a:xfrm>
                <a:off x="3648550" y="4712575"/>
                <a:ext cx="202175" cy="404275"/>
              </a:xfrm>
              <a:custGeom>
                <a:avLst/>
                <a:gdLst/>
                <a:ahLst/>
                <a:cxnLst/>
                <a:rect l="l" t="t" r="r" b="b"/>
                <a:pathLst>
                  <a:path w="8087" h="16171" extrusionOk="0">
                    <a:moveTo>
                      <a:pt x="8086" y="0"/>
                    </a:moveTo>
                    <a:cubicBezTo>
                      <a:pt x="3648" y="0"/>
                      <a:pt x="1" y="3587"/>
                      <a:pt x="1" y="8086"/>
                    </a:cubicBezTo>
                    <a:cubicBezTo>
                      <a:pt x="1" y="12554"/>
                      <a:pt x="3618" y="16171"/>
                      <a:pt x="8086" y="16171"/>
                    </a:cubicBezTo>
                    <a:lnTo>
                      <a:pt x="80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1"/>
              <p:cNvSpPr/>
              <p:nvPr/>
            </p:nvSpPr>
            <p:spPr>
              <a:xfrm>
                <a:off x="4256475" y="4712575"/>
                <a:ext cx="202150" cy="404275"/>
              </a:xfrm>
              <a:custGeom>
                <a:avLst/>
                <a:gdLst/>
                <a:ahLst/>
                <a:cxnLst/>
                <a:rect l="l" t="t" r="r" b="b"/>
                <a:pathLst>
                  <a:path w="8086" h="16171" extrusionOk="0">
                    <a:moveTo>
                      <a:pt x="1" y="0"/>
                    </a:moveTo>
                    <a:lnTo>
                      <a:pt x="1" y="16171"/>
                    </a:lnTo>
                    <a:cubicBezTo>
                      <a:pt x="4499" y="16171"/>
                      <a:pt x="8086" y="12554"/>
                      <a:pt x="8086" y="8086"/>
                    </a:cubicBezTo>
                    <a:cubicBezTo>
                      <a:pt x="8086" y="3587"/>
                      <a:pt x="4499"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1"/>
              <p:cNvSpPr/>
              <p:nvPr/>
            </p:nvSpPr>
            <p:spPr>
              <a:xfrm>
                <a:off x="3852225" y="4712575"/>
                <a:ext cx="404275" cy="202150"/>
              </a:xfrm>
              <a:custGeom>
                <a:avLst/>
                <a:gdLst/>
                <a:ahLst/>
                <a:cxnLst/>
                <a:rect l="l" t="t" r="r" b="b"/>
                <a:pathLst>
                  <a:path w="16171" h="8086" extrusionOk="0">
                    <a:moveTo>
                      <a:pt x="0" y="0"/>
                    </a:moveTo>
                    <a:cubicBezTo>
                      <a:pt x="4438" y="0"/>
                      <a:pt x="8085" y="3587"/>
                      <a:pt x="8085" y="8086"/>
                    </a:cubicBezTo>
                    <a:cubicBezTo>
                      <a:pt x="8085" y="3587"/>
                      <a:pt x="11702" y="0"/>
                      <a:pt x="161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1"/>
              <p:cNvSpPr/>
              <p:nvPr/>
            </p:nvSpPr>
            <p:spPr>
              <a:xfrm>
                <a:off x="3852225" y="4914700"/>
                <a:ext cx="404275" cy="202150"/>
              </a:xfrm>
              <a:custGeom>
                <a:avLst/>
                <a:gdLst/>
                <a:ahLst/>
                <a:cxnLst/>
                <a:rect l="l" t="t" r="r" b="b"/>
                <a:pathLst>
                  <a:path w="16171" h="8086" extrusionOk="0">
                    <a:moveTo>
                      <a:pt x="8085" y="1"/>
                    </a:moveTo>
                    <a:cubicBezTo>
                      <a:pt x="8085" y="4469"/>
                      <a:pt x="4468" y="8086"/>
                      <a:pt x="0" y="8086"/>
                    </a:cubicBezTo>
                    <a:lnTo>
                      <a:pt x="16171" y="8086"/>
                    </a:lnTo>
                    <a:cubicBezTo>
                      <a:pt x="11702" y="8086"/>
                      <a:pt x="8085" y="4469"/>
                      <a:pt x="80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1"/>
              <p:cNvSpPr/>
              <p:nvPr/>
            </p:nvSpPr>
            <p:spPr>
              <a:xfrm>
                <a:off x="3852200" y="4712575"/>
                <a:ext cx="202175" cy="404275"/>
              </a:xfrm>
              <a:custGeom>
                <a:avLst/>
                <a:gdLst/>
                <a:ahLst/>
                <a:cxnLst/>
                <a:rect l="l" t="t" r="r" b="b"/>
                <a:pathLst>
                  <a:path w="8087" h="16171" extrusionOk="0">
                    <a:moveTo>
                      <a:pt x="1" y="0"/>
                    </a:moveTo>
                    <a:lnTo>
                      <a:pt x="1" y="15952"/>
                    </a:lnTo>
                    <a:lnTo>
                      <a:pt x="1" y="15952"/>
                    </a:lnTo>
                    <a:cubicBezTo>
                      <a:pt x="60" y="11614"/>
                      <a:pt x="3662" y="8086"/>
                      <a:pt x="8086" y="8086"/>
                    </a:cubicBezTo>
                    <a:cubicBezTo>
                      <a:pt x="3588" y="8086"/>
                      <a:pt x="1" y="4469"/>
                      <a:pt x="1" y="0"/>
                    </a:cubicBezTo>
                    <a:close/>
                    <a:moveTo>
                      <a:pt x="1" y="15952"/>
                    </a:moveTo>
                    <a:cubicBezTo>
                      <a:pt x="0" y="16025"/>
                      <a:pt x="0" y="16098"/>
                      <a:pt x="1" y="16171"/>
                    </a:cubicBezTo>
                    <a:lnTo>
                      <a:pt x="1" y="1595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1"/>
              <p:cNvSpPr/>
              <p:nvPr/>
            </p:nvSpPr>
            <p:spPr>
              <a:xfrm>
                <a:off x="3850700" y="4712575"/>
                <a:ext cx="203675" cy="202150"/>
              </a:xfrm>
              <a:custGeom>
                <a:avLst/>
                <a:gdLst/>
                <a:ahLst/>
                <a:cxnLst/>
                <a:rect l="l" t="t" r="r" b="b"/>
                <a:pathLst>
                  <a:path w="8147" h="8086" extrusionOk="0">
                    <a:moveTo>
                      <a:pt x="61" y="0"/>
                    </a:moveTo>
                    <a:cubicBezTo>
                      <a:pt x="0" y="4469"/>
                      <a:pt x="3648" y="8086"/>
                      <a:pt x="8146" y="8086"/>
                    </a:cubicBezTo>
                    <a:cubicBezTo>
                      <a:pt x="8146" y="3587"/>
                      <a:pt x="4529" y="0"/>
                      <a:pt x="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51"/>
              <p:cNvSpPr/>
              <p:nvPr/>
            </p:nvSpPr>
            <p:spPr>
              <a:xfrm>
                <a:off x="3852225" y="4914700"/>
                <a:ext cx="202150" cy="202150"/>
              </a:xfrm>
              <a:custGeom>
                <a:avLst/>
                <a:gdLst/>
                <a:ahLst/>
                <a:cxnLst/>
                <a:rect l="l" t="t" r="r" b="b"/>
                <a:pathLst>
                  <a:path w="8086" h="8086" extrusionOk="0">
                    <a:moveTo>
                      <a:pt x="8085" y="1"/>
                    </a:moveTo>
                    <a:cubicBezTo>
                      <a:pt x="3587" y="1"/>
                      <a:pt x="0" y="3618"/>
                      <a:pt x="0" y="8086"/>
                    </a:cubicBezTo>
                    <a:cubicBezTo>
                      <a:pt x="4438" y="8086"/>
                      <a:pt x="8085" y="4469"/>
                      <a:pt x="80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1"/>
              <p:cNvSpPr/>
              <p:nvPr/>
            </p:nvSpPr>
            <p:spPr>
              <a:xfrm>
                <a:off x="4054350" y="4712575"/>
                <a:ext cx="202150" cy="404275"/>
              </a:xfrm>
              <a:custGeom>
                <a:avLst/>
                <a:gdLst/>
                <a:ahLst/>
                <a:cxnLst/>
                <a:rect l="l" t="t" r="r" b="b"/>
                <a:pathLst>
                  <a:path w="8086" h="16171" extrusionOk="0">
                    <a:moveTo>
                      <a:pt x="8086" y="0"/>
                    </a:moveTo>
                    <a:cubicBezTo>
                      <a:pt x="8086" y="4469"/>
                      <a:pt x="4438" y="8086"/>
                      <a:pt x="0" y="8086"/>
                    </a:cubicBezTo>
                    <a:cubicBezTo>
                      <a:pt x="4468" y="8086"/>
                      <a:pt x="8086" y="11703"/>
                      <a:pt x="8086" y="16171"/>
                    </a:cubicBezTo>
                    <a:lnTo>
                      <a:pt x="80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51"/>
              <p:cNvSpPr/>
              <p:nvPr/>
            </p:nvSpPr>
            <p:spPr>
              <a:xfrm>
                <a:off x="4054350" y="4712575"/>
                <a:ext cx="202150" cy="202150"/>
              </a:xfrm>
              <a:custGeom>
                <a:avLst/>
                <a:gdLst/>
                <a:ahLst/>
                <a:cxnLst/>
                <a:rect l="l" t="t" r="r" b="b"/>
                <a:pathLst>
                  <a:path w="8086" h="8086" extrusionOk="0">
                    <a:moveTo>
                      <a:pt x="8086" y="0"/>
                    </a:moveTo>
                    <a:cubicBezTo>
                      <a:pt x="3617" y="0"/>
                      <a:pt x="0" y="3587"/>
                      <a:pt x="0" y="8086"/>
                    </a:cubicBezTo>
                    <a:cubicBezTo>
                      <a:pt x="4468" y="8086"/>
                      <a:pt x="8086" y="4469"/>
                      <a:pt x="80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51"/>
              <p:cNvSpPr/>
              <p:nvPr/>
            </p:nvSpPr>
            <p:spPr>
              <a:xfrm>
                <a:off x="4054350" y="4914700"/>
                <a:ext cx="202150" cy="202150"/>
              </a:xfrm>
              <a:custGeom>
                <a:avLst/>
                <a:gdLst/>
                <a:ahLst/>
                <a:cxnLst/>
                <a:rect l="l" t="t" r="r" b="b"/>
                <a:pathLst>
                  <a:path w="8086" h="8086" extrusionOk="0">
                    <a:moveTo>
                      <a:pt x="0" y="1"/>
                    </a:moveTo>
                    <a:cubicBezTo>
                      <a:pt x="0" y="4469"/>
                      <a:pt x="3617" y="8086"/>
                      <a:pt x="8086" y="8086"/>
                    </a:cubicBezTo>
                    <a:cubicBezTo>
                      <a:pt x="8086" y="3648"/>
                      <a:pt x="4438"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1"/>
              <p:cNvSpPr/>
              <p:nvPr/>
            </p:nvSpPr>
            <p:spPr>
              <a:xfrm>
                <a:off x="3952525" y="4610750"/>
                <a:ext cx="202150" cy="101850"/>
              </a:xfrm>
              <a:custGeom>
                <a:avLst/>
                <a:gdLst/>
                <a:ahLst/>
                <a:cxnLst/>
                <a:rect l="l" t="t" r="r" b="b"/>
                <a:pathLst>
                  <a:path w="8086" h="4074" extrusionOk="0">
                    <a:moveTo>
                      <a:pt x="4073" y="0"/>
                    </a:moveTo>
                    <a:cubicBezTo>
                      <a:pt x="1824" y="0"/>
                      <a:pt x="0" y="1824"/>
                      <a:pt x="0" y="4073"/>
                    </a:cubicBezTo>
                    <a:lnTo>
                      <a:pt x="8086" y="4073"/>
                    </a:lnTo>
                    <a:cubicBezTo>
                      <a:pt x="8086" y="1824"/>
                      <a:pt x="6262" y="0"/>
                      <a:pt x="40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51"/>
              <p:cNvSpPr/>
              <p:nvPr/>
            </p:nvSpPr>
            <p:spPr>
              <a:xfrm>
                <a:off x="3952525" y="5116825"/>
                <a:ext cx="203675" cy="101850"/>
              </a:xfrm>
              <a:custGeom>
                <a:avLst/>
                <a:gdLst/>
                <a:ahLst/>
                <a:cxnLst/>
                <a:rect l="l" t="t" r="r" b="b"/>
                <a:pathLst>
                  <a:path w="8147" h="4074" extrusionOk="0">
                    <a:moveTo>
                      <a:pt x="31" y="1"/>
                    </a:moveTo>
                    <a:cubicBezTo>
                      <a:pt x="0" y="2250"/>
                      <a:pt x="1824" y="4074"/>
                      <a:pt x="4073" y="4074"/>
                    </a:cubicBezTo>
                    <a:cubicBezTo>
                      <a:pt x="6323" y="4074"/>
                      <a:pt x="8146" y="2250"/>
                      <a:pt x="8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51"/>
              <p:cNvSpPr/>
              <p:nvPr/>
            </p:nvSpPr>
            <p:spPr>
              <a:xfrm>
                <a:off x="3750375" y="4813625"/>
                <a:ext cx="101875" cy="202925"/>
              </a:xfrm>
              <a:custGeom>
                <a:avLst/>
                <a:gdLst/>
                <a:ahLst/>
                <a:cxnLst/>
                <a:rect l="l" t="t" r="r" b="b"/>
                <a:pathLst>
                  <a:path w="4075" h="8117" extrusionOk="0">
                    <a:moveTo>
                      <a:pt x="4018" y="1"/>
                    </a:moveTo>
                    <a:cubicBezTo>
                      <a:pt x="1765" y="1"/>
                      <a:pt x="1" y="1813"/>
                      <a:pt x="1" y="4044"/>
                    </a:cubicBezTo>
                    <a:cubicBezTo>
                      <a:pt x="1" y="6262"/>
                      <a:pt x="1825" y="8117"/>
                      <a:pt x="4074" y="8117"/>
                    </a:cubicBezTo>
                    <a:lnTo>
                      <a:pt x="4074" y="1"/>
                    </a:lnTo>
                    <a:cubicBezTo>
                      <a:pt x="4055" y="1"/>
                      <a:pt x="4037" y="1"/>
                      <a:pt x="40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51"/>
              <p:cNvSpPr/>
              <p:nvPr/>
            </p:nvSpPr>
            <p:spPr>
              <a:xfrm>
                <a:off x="4255725" y="4812875"/>
                <a:ext cx="101850" cy="202200"/>
              </a:xfrm>
              <a:custGeom>
                <a:avLst/>
                <a:gdLst/>
                <a:ahLst/>
                <a:cxnLst/>
                <a:rect l="l" t="t" r="r" b="b"/>
                <a:pathLst>
                  <a:path w="4074" h="8088" extrusionOk="0">
                    <a:moveTo>
                      <a:pt x="0" y="1"/>
                    </a:moveTo>
                    <a:lnTo>
                      <a:pt x="0" y="8086"/>
                    </a:lnTo>
                    <a:cubicBezTo>
                      <a:pt x="37" y="8087"/>
                      <a:pt x="73" y="8087"/>
                      <a:pt x="109" y="8087"/>
                    </a:cubicBezTo>
                    <a:cubicBezTo>
                      <a:pt x="2337" y="8087"/>
                      <a:pt x="4073" y="6257"/>
                      <a:pt x="4073" y="4074"/>
                    </a:cubicBezTo>
                    <a:cubicBezTo>
                      <a:pt x="4073" y="1824"/>
                      <a:pt x="2249"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1"/>
              <p:cNvSpPr/>
              <p:nvPr/>
            </p:nvSpPr>
            <p:spPr>
              <a:xfrm>
                <a:off x="3952525" y="4812875"/>
                <a:ext cx="203675" cy="202925"/>
              </a:xfrm>
              <a:custGeom>
                <a:avLst/>
                <a:gdLst/>
                <a:ahLst/>
                <a:cxnLst/>
                <a:rect l="l" t="t" r="r" b="b"/>
                <a:pathLst>
                  <a:path w="8147" h="8117" extrusionOk="0">
                    <a:moveTo>
                      <a:pt x="4073" y="1"/>
                    </a:moveTo>
                    <a:cubicBezTo>
                      <a:pt x="1824" y="1"/>
                      <a:pt x="0" y="1824"/>
                      <a:pt x="0" y="4074"/>
                    </a:cubicBezTo>
                    <a:cubicBezTo>
                      <a:pt x="0" y="6323"/>
                      <a:pt x="1824" y="8116"/>
                      <a:pt x="4073" y="8116"/>
                    </a:cubicBezTo>
                    <a:cubicBezTo>
                      <a:pt x="6323" y="8116"/>
                      <a:pt x="8146" y="6323"/>
                      <a:pt x="8146" y="4074"/>
                    </a:cubicBezTo>
                    <a:cubicBezTo>
                      <a:pt x="8146" y="1824"/>
                      <a:pt x="6323" y="1"/>
                      <a:pt x="4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51"/>
              <p:cNvSpPr/>
              <p:nvPr/>
            </p:nvSpPr>
            <p:spPr>
              <a:xfrm>
                <a:off x="4003425" y="4864550"/>
                <a:ext cx="101100" cy="100325"/>
              </a:xfrm>
              <a:custGeom>
                <a:avLst/>
                <a:gdLst/>
                <a:ahLst/>
                <a:cxnLst/>
                <a:rect l="l" t="t" r="r" b="b"/>
                <a:pathLst>
                  <a:path w="4044" h="4013" extrusionOk="0">
                    <a:moveTo>
                      <a:pt x="2037" y="0"/>
                    </a:moveTo>
                    <a:cubicBezTo>
                      <a:pt x="943" y="0"/>
                      <a:pt x="1" y="912"/>
                      <a:pt x="1" y="2007"/>
                    </a:cubicBezTo>
                    <a:cubicBezTo>
                      <a:pt x="1" y="3101"/>
                      <a:pt x="913" y="4013"/>
                      <a:pt x="2037" y="4013"/>
                    </a:cubicBezTo>
                    <a:cubicBezTo>
                      <a:pt x="3132" y="4013"/>
                      <a:pt x="4043" y="3131"/>
                      <a:pt x="4043" y="2007"/>
                    </a:cubicBezTo>
                    <a:cubicBezTo>
                      <a:pt x="4043" y="912"/>
                      <a:pt x="3132" y="0"/>
                      <a:pt x="20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9" name="Google Shape;2429;p51"/>
            <p:cNvGrpSpPr/>
            <p:nvPr/>
          </p:nvGrpSpPr>
          <p:grpSpPr>
            <a:xfrm>
              <a:off x="4638695" y="4134249"/>
              <a:ext cx="312143" cy="474320"/>
              <a:chOff x="2542150" y="4511200"/>
              <a:chExt cx="775125" cy="1177850"/>
            </a:xfrm>
          </p:grpSpPr>
          <p:sp>
            <p:nvSpPr>
              <p:cNvPr id="2430" name="Google Shape;2430;p51"/>
              <p:cNvSpPr/>
              <p:nvPr/>
            </p:nvSpPr>
            <p:spPr>
              <a:xfrm>
                <a:off x="2542150" y="4511200"/>
                <a:ext cx="775125" cy="809300"/>
              </a:xfrm>
              <a:custGeom>
                <a:avLst/>
                <a:gdLst/>
                <a:ahLst/>
                <a:cxnLst/>
                <a:rect l="l" t="t" r="r" b="b"/>
                <a:pathLst>
                  <a:path w="31005" h="32372" extrusionOk="0">
                    <a:moveTo>
                      <a:pt x="15503" y="1"/>
                    </a:moveTo>
                    <a:cubicBezTo>
                      <a:pt x="12402" y="1"/>
                      <a:pt x="9849" y="2007"/>
                      <a:pt x="8907" y="4773"/>
                    </a:cubicBezTo>
                    <a:cubicBezTo>
                      <a:pt x="8434" y="4671"/>
                      <a:pt x="7956" y="4621"/>
                      <a:pt x="7480" y="4621"/>
                    </a:cubicBezTo>
                    <a:cubicBezTo>
                      <a:pt x="5106" y="4621"/>
                      <a:pt x="2786" y="5858"/>
                      <a:pt x="1521" y="8086"/>
                    </a:cubicBezTo>
                    <a:cubicBezTo>
                      <a:pt x="1" y="10730"/>
                      <a:pt x="396" y="14013"/>
                      <a:pt x="2341" y="16171"/>
                    </a:cubicBezTo>
                    <a:cubicBezTo>
                      <a:pt x="396" y="18329"/>
                      <a:pt x="1" y="21612"/>
                      <a:pt x="1521" y="24256"/>
                    </a:cubicBezTo>
                    <a:cubicBezTo>
                      <a:pt x="2786" y="26484"/>
                      <a:pt x="5106" y="27721"/>
                      <a:pt x="7480" y="27721"/>
                    </a:cubicBezTo>
                    <a:cubicBezTo>
                      <a:pt x="7956" y="27721"/>
                      <a:pt x="8434" y="27671"/>
                      <a:pt x="8907" y="27569"/>
                    </a:cubicBezTo>
                    <a:cubicBezTo>
                      <a:pt x="9819" y="30335"/>
                      <a:pt x="12402" y="32372"/>
                      <a:pt x="15503" y="32372"/>
                    </a:cubicBezTo>
                    <a:cubicBezTo>
                      <a:pt x="18573" y="32372"/>
                      <a:pt x="21156" y="30335"/>
                      <a:pt x="22068" y="27569"/>
                    </a:cubicBezTo>
                    <a:cubicBezTo>
                      <a:pt x="22546" y="27671"/>
                      <a:pt x="23028" y="27721"/>
                      <a:pt x="23508" y="27721"/>
                    </a:cubicBezTo>
                    <a:cubicBezTo>
                      <a:pt x="25899" y="27721"/>
                      <a:pt x="28219" y="26484"/>
                      <a:pt x="29485" y="24256"/>
                    </a:cubicBezTo>
                    <a:cubicBezTo>
                      <a:pt x="31004" y="21612"/>
                      <a:pt x="30579" y="18329"/>
                      <a:pt x="28634" y="16171"/>
                    </a:cubicBezTo>
                    <a:cubicBezTo>
                      <a:pt x="30579" y="14013"/>
                      <a:pt x="31004" y="10730"/>
                      <a:pt x="29485" y="8086"/>
                    </a:cubicBezTo>
                    <a:cubicBezTo>
                      <a:pt x="28219" y="5858"/>
                      <a:pt x="25899" y="4621"/>
                      <a:pt x="23508" y="4621"/>
                    </a:cubicBezTo>
                    <a:cubicBezTo>
                      <a:pt x="23028" y="4621"/>
                      <a:pt x="22546" y="4671"/>
                      <a:pt x="22068" y="4773"/>
                    </a:cubicBezTo>
                    <a:cubicBezTo>
                      <a:pt x="21156" y="2007"/>
                      <a:pt x="18573" y="1"/>
                      <a:pt x="155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51"/>
              <p:cNvSpPr/>
              <p:nvPr/>
            </p:nvSpPr>
            <p:spPr>
              <a:xfrm>
                <a:off x="2645500" y="4656600"/>
                <a:ext cx="566900" cy="516975"/>
              </a:xfrm>
              <a:custGeom>
                <a:avLst/>
                <a:gdLst/>
                <a:ahLst/>
                <a:cxnLst/>
                <a:rect l="l" t="t" r="r" b="b"/>
                <a:pathLst>
                  <a:path w="22676" h="20679" extrusionOk="0">
                    <a:moveTo>
                      <a:pt x="11307" y="1"/>
                    </a:moveTo>
                    <a:cubicBezTo>
                      <a:pt x="6597" y="1"/>
                      <a:pt x="2346" y="3257"/>
                      <a:pt x="1247" y="8045"/>
                    </a:cubicBezTo>
                    <a:cubicBezTo>
                      <a:pt x="1" y="13607"/>
                      <a:pt x="3466" y="19139"/>
                      <a:pt x="9028" y="20416"/>
                    </a:cubicBezTo>
                    <a:cubicBezTo>
                      <a:pt x="9803" y="20594"/>
                      <a:pt x="10577" y="20679"/>
                      <a:pt x="11340" y="20679"/>
                    </a:cubicBezTo>
                    <a:cubicBezTo>
                      <a:pt x="16056" y="20679"/>
                      <a:pt x="20327" y="17422"/>
                      <a:pt x="21399" y="12635"/>
                    </a:cubicBezTo>
                    <a:cubicBezTo>
                      <a:pt x="22676" y="7072"/>
                      <a:pt x="19180" y="1540"/>
                      <a:pt x="13618" y="264"/>
                    </a:cubicBezTo>
                    <a:cubicBezTo>
                      <a:pt x="12843" y="86"/>
                      <a:pt x="12069" y="1"/>
                      <a:pt x="11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51"/>
              <p:cNvSpPr/>
              <p:nvPr/>
            </p:nvSpPr>
            <p:spPr>
              <a:xfrm>
                <a:off x="2764800" y="4770850"/>
                <a:ext cx="328300" cy="288825"/>
              </a:xfrm>
              <a:custGeom>
                <a:avLst/>
                <a:gdLst/>
                <a:ahLst/>
                <a:cxnLst/>
                <a:rect l="l" t="t" r="r" b="b"/>
                <a:pathLst>
                  <a:path w="13132" h="11553" extrusionOk="0">
                    <a:moveTo>
                      <a:pt x="6554" y="0"/>
                    </a:moveTo>
                    <a:cubicBezTo>
                      <a:pt x="5796" y="0"/>
                      <a:pt x="5026" y="150"/>
                      <a:pt x="4287" y="466"/>
                    </a:cubicBezTo>
                    <a:cubicBezTo>
                      <a:pt x="1338" y="1742"/>
                      <a:pt x="1" y="5116"/>
                      <a:pt x="1247" y="8065"/>
                    </a:cubicBezTo>
                    <a:cubicBezTo>
                      <a:pt x="2198" y="10239"/>
                      <a:pt x="4314" y="11553"/>
                      <a:pt x="6551" y="11553"/>
                    </a:cubicBezTo>
                    <a:cubicBezTo>
                      <a:pt x="7316" y="11553"/>
                      <a:pt x="8095" y="11399"/>
                      <a:pt x="8846" y="11074"/>
                    </a:cubicBezTo>
                    <a:cubicBezTo>
                      <a:pt x="11764" y="9828"/>
                      <a:pt x="13132" y="6423"/>
                      <a:pt x="11855" y="3505"/>
                    </a:cubicBezTo>
                    <a:cubicBezTo>
                      <a:pt x="10924" y="1304"/>
                      <a:pt x="8790" y="0"/>
                      <a:pt x="65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1"/>
              <p:cNvSpPr/>
              <p:nvPr/>
            </p:nvSpPr>
            <p:spPr>
              <a:xfrm>
                <a:off x="2565725" y="5320475"/>
                <a:ext cx="368550" cy="368575"/>
              </a:xfrm>
              <a:custGeom>
                <a:avLst/>
                <a:gdLst/>
                <a:ahLst/>
                <a:cxnLst/>
                <a:rect l="l" t="t" r="r" b="b"/>
                <a:pathLst>
                  <a:path w="14742" h="14743" extrusionOk="0">
                    <a:moveTo>
                      <a:pt x="0" y="1"/>
                    </a:moveTo>
                    <a:cubicBezTo>
                      <a:pt x="0" y="8116"/>
                      <a:pt x="6626" y="14743"/>
                      <a:pt x="14742" y="14743"/>
                    </a:cubicBezTo>
                    <a:cubicBezTo>
                      <a:pt x="14712" y="6566"/>
                      <a:pt x="814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51"/>
              <p:cNvSpPr/>
              <p:nvPr/>
            </p:nvSpPr>
            <p:spPr>
              <a:xfrm>
                <a:off x="2933500" y="5318975"/>
                <a:ext cx="368575" cy="368550"/>
              </a:xfrm>
              <a:custGeom>
                <a:avLst/>
                <a:gdLst/>
                <a:ahLst/>
                <a:cxnLst/>
                <a:rect l="l" t="t" r="r" b="b"/>
                <a:pathLst>
                  <a:path w="14743" h="14742" extrusionOk="0">
                    <a:moveTo>
                      <a:pt x="14743" y="0"/>
                    </a:moveTo>
                    <a:cubicBezTo>
                      <a:pt x="6596" y="61"/>
                      <a:pt x="1" y="6626"/>
                      <a:pt x="1" y="14742"/>
                    </a:cubicBezTo>
                    <a:lnTo>
                      <a:pt x="1" y="14742"/>
                    </a:lnTo>
                    <a:cubicBezTo>
                      <a:pt x="8116" y="14742"/>
                      <a:pt x="14743" y="8146"/>
                      <a:pt x="147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5" name="Google Shape;2435;p51"/>
            <p:cNvGrpSpPr/>
            <p:nvPr/>
          </p:nvGrpSpPr>
          <p:grpSpPr>
            <a:xfrm>
              <a:off x="5084242" y="4133635"/>
              <a:ext cx="326217" cy="474934"/>
              <a:chOff x="3648550" y="4509675"/>
              <a:chExt cx="810075" cy="1179375"/>
            </a:xfrm>
          </p:grpSpPr>
          <p:sp>
            <p:nvSpPr>
              <p:cNvPr id="2436" name="Google Shape;2436;p51"/>
              <p:cNvSpPr/>
              <p:nvPr/>
            </p:nvSpPr>
            <p:spPr>
              <a:xfrm>
                <a:off x="3685800" y="5320475"/>
                <a:ext cx="368575" cy="368575"/>
              </a:xfrm>
              <a:custGeom>
                <a:avLst/>
                <a:gdLst/>
                <a:ahLst/>
                <a:cxnLst/>
                <a:rect l="l" t="t" r="r" b="b"/>
                <a:pathLst>
                  <a:path w="14743" h="14743" extrusionOk="0">
                    <a:moveTo>
                      <a:pt x="0" y="1"/>
                    </a:moveTo>
                    <a:cubicBezTo>
                      <a:pt x="0" y="8116"/>
                      <a:pt x="6596" y="14743"/>
                      <a:pt x="14742" y="14743"/>
                    </a:cubicBezTo>
                    <a:cubicBezTo>
                      <a:pt x="14742" y="6566"/>
                      <a:pt x="811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51"/>
              <p:cNvSpPr/>
              <p:nvPr/>
            </p:nvSpPr>
            <p:spPr>
              <a:xfrm>
                <a:off x="4054350" y="5318975"/>
                <a:ext cx="368575" cy="368550"/>
              </a:xfrm>
              <a:custGeom>
                <a:avLst/>
                <a:gdLst/>
                <a:ahLst/>
                <a:cxnLst/>
                <a:rect l="l" t="t" r="r" b="b"/>
                <a:pathLst>
                  <a:path w="14743" h="14742" extrusionOk="0">
                    <a:moveTo>
                      <a:pt x="14742" y="0"/>
                    </a:moveTo>
                    <a:lnTo>
                      <a:pt x="14742" y="0"/>
                    </a:lnTo>
                    <a:cubicBezTo>
                      <a:pt x="6566" y="61"/>
                      <a:pt x="0" y="6626"/>
                      <a:pt x="0" y="14742"/>
                    </a:cubicBezTo>
                    <a:cubicBezTo>
                      <a:pt x="8116" y="14742"/>
                      <a:pt x="14742" y="8146"/>
                      <a:pt x="14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51"/>
              <p:cNvSpPr/>
              <p:nvPr/>
            </p:nvSpPr>
            <p:spPr>
              <a:xfrm>
                <a:off x="3852225" y="4509675"/>
                <a:ext cx="404275" cy="202925"/>
              </a:xfrm>
              <a:custGeom>
                <a:avLst/>
                <a:gdLst/>
                <a:ahLst/>
                <a:cxnLst/>
                <a:rect l="l" t="t" r="r" b="b"/>
                <a:pathLst>
                  <a:path w="16171" h="8117" extrusionOk="0">
                    <a:moveTo>
                      <a:pt x="8085" y="1"/>
                    </a:moveTo>
                    <a:cubicBezTo>
                      <a:pt x="3587" y="1"/>
                      <a:pt x="0" y="3618"/>
                      <a:pt x="0" y="8116"/>
                    </a:cubicBezTo>
                    <a:lnTo>
                      <a:pt x="16171" y="8116"/>
                    </a:lnTo>
                    <a:cubicBezTo>
                      <a:pt x="16171" y="3618"/>
                      <a:pt x="12523" y="1"/>
                      <a:pt x="80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1"/>
              <p:cNvSpPr/>
              <p:nvPr/>
            </p:nvSpPr>
            <p:spPr>
              <a:xfrm>
                <a:off x="3850700" y="5117600"/>
                <a:ext cx="405800" cy="202900"/>
              </a:xfrm>
              <a:custGeom>
                <a:avLst/>
                <a:gdLst/>
                <a:ahLst/>
                <a:cxnLst/>
                <a:rect l="l" t="t" r="r" b="b"/>
                <a:pathLst>
                  <a:path w="16232" h="8116" extrusionOk="0">
                    <a:moveTo>
                      <a:pt x="61" y="0"/>
                    </a:moveTo>
                    <a:cubicBezTo>
                      <a:pt x="0" y="4468"/>
                      <a:pt x="3648" y="8116"/>
                      <a:pt x="8146" y="8116"/>
                    </a:cubicBezTo>
                    <a:cubicBezTo>
                      <a:pt x="12614" y="8116"/>
                      <a:pt x="16232" y="4499"/>
                      <a:pt x="16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1"/>
              <p:cNvSpPr/>
              <p:nvPr/>
            </p:nvSpPr>
            <p:spPr>
              <a:xfrm>
                <a:off x="3648550" y="4712575"/>
                <a:ext cx="202175" cy="404275"/>
              </a:xfrm>
              <a:custGeom>
                <a:avLst/>
                <a:gdLst/>
                <a:ahLst/>
                <a:cxnLst/>
                <a:rect l="l" t="t" r="r" b="b"/>
                <a:pathLst>
                  <a:path w="8087" h="16171" extrusionOk="0">
                    <a:moveTo>
                      <a:pt x="8086" y="0"/>
                    </a:moveTo>
                    <a:cubicBezTo>
                      <a:pt x="3648" y="0"/>
                      <a:pt x="1" y="3587"/>
                      <a:pt x="1" y="8086"/>
                    </a:cubicBezTo>
                    <a:cubicBezTo>
                      <a:pt x="1" y="12554"/>
                      <a:pt x="3618" y="16171"/>
                      <a:pt x="8086" y="16171"/>
                    </a:cubicBezTo>
                    <a:lnTo>
                      <a:pt x="80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1"/>
              <p:cNvSpPr/>
              <p:nvPr/>
            </p:nvSpPr>
            <p:spPr>
              <a:xfrm>
                <a:off x="4256475" y="4712575"/>
                <a:ext cx="202150" cy="404275"/>
              </a:xfrm>
              <a:custGeom>
                <a:avLst/>
                <a:gdLst/>
                <a:ahLst/>
                <a:cxnLst/>
                <a:rect l="l" t="t" r="r" b="b"/>
                <a:pathLst>
                  <a:path w="8086" h="16171" extrusionOk="0">
                    <a:moveTo>
                      <a:pt x="1" y="0"/>
                    </a:moveTo>
                    <a:lnTo>
                      <a:pt x="1" y="16171"/>
                    </a:lnTo>
                    <a:cubicBezTo>
                      <a:pt x="4499" y="16171"/>
                      <a:pt x="8086" y="12554"/>
                      <a:pt x="8086" y="8086"/>
                    </a:cubicBezTo>
                    <a:cubicBezTo>
                      <a:pt x="8086" y="3587"/>
                      <a:pt x="4499"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51"/>
              <p:cNvSpPr/>
              <p:nvPr/>
            </p:nvSpPr>
            <p:spPr>
              <a:xfrm>
                <a:off x="3852225" y="4712575"/>
                <a:ext cx="404275" cy="202150"/>
              </a:xfrm>
              <a:custGeom>
                <a:avLst/>
                <a:gdLst/>
                <a:ahLst/>
                <a:cxnLst/>
                <a:rect l="l" t="t" r="r" b="b"/>
                <a:pathLst>
                  <a:path w="16171" h="8086" extrusionOk="0">
                    <a:moveTo>
                      <a:pt x="0" y="0"/>
                    </a:moveTo>
                    <a:cubicBezTo>
                      <a:pt x="4438" y="0"/>
                      <a:pt x="8085" y="3587"/>
                      <a:pt x="8085" y="8086"/>
                    </a:cubicBezTo>
                    <a:cubicBezTo>
                      <a:pt x="8085" y="3587"/>
                      <a:pt x="11702" y="0"/>
                      <a:pt x="161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51"/>
              <p:cNvSpPr/>
              <p:nvPr/>
            </p:nvSpPr>
            <p:spPr>
              <a:xfrm>
                <a:off x="3852225" y="4914700"/>
                <a:ext cx="404275" cy="202150"/>
              </a:xfrm>
              <a:custGeom>
                <a:avLst/>
                <a:gdLst/>
                <a:ahLst/>
                <a:cxnLst/>
                <a:rect l="l" t="t" r="r" b="b"/>
                <a:pathLst>
                  <a:path w="16171" h="8086" extrusionOk="0">
                    <a:moveTo>
                      <a:pt x="8085" y="1"/>
                    </a:moveTo>
                    <a:cubicBezTo>
                      <a:pt x="8085" y="4469"/>
                      <a:pt x="4468" y="8086"/>
                      <a:pt x="0" y="8086"/>
                    </a:cubicBezTo>
                    <a:lnTo>
                      <a:pt x="16171" y="8086"/>
                    </a:lnTo>
                    <a:cubicBezTo>
                      <a:pt x="11702" y="8086"/>
                      <a:pt x="8085" y="4469"/>
                      <a:pt x="80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1"/>
              <p:cNvSpPr/>
              <p:nvPr/>
            </p:nvSpPr>
            <p:spPr>
              <a:xfrm>
                <a:off x="3852200" y="4712575"/>
                <a:ext cx="202175" cy="404275"/>
              </a:xfrm>
              <a:custGeom>
                <a:avLst/>
                <a:gdLst/>
                <a:ahLst/>
                <a:cxnLst/>
                <a:rect l="l" t="t" r="r" b="b"/>
                <a:pathLst>
                  <a:path w="8087" h="16171" extrusionOk="0">
                    <a:moveTo>
                      <a:pt x="1" y="0"/>
                    </a:moveTo>
                    <a:lnTo>
                      <a:pt x="1" y="15952"/>
                    </a:lnTo>
                    <a:lnTo>
                      <a:pt x="1" y="15952"/>
                    </a:lnTo>
                    <a:cubicBezTo>
                      <a:pt x="60" y="11614"/>
                      <a:pt x="3662" y="8086"/>
                      <a:pt x="8086" y="8086"/>
                    </a:cubicBezTo>
                    <a:cubicBezTo>
                      <a:pt x="3588" y="8086"/>
                      <a:pt x="1" y="4469"/>
                      <a:pt x="1" y="0"/>
                    </a:cubicBezTo>
                    <a:close/>
                    <a:moveTo>
                      <a:pt x="1" y="15952"/>
                    </a:moveTo>
                    <a:cubicBezTo>
                      <a:pt x="0" y="16025"/>
                      <a:pt x="0" y="16098"/>
                      <a:pt x="1" y="16171"/>
                    </a:cubicBezTo>
                    <a:lnTo>
                      <a:pt x="1" y="1595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51"/>
              <p:cNvSpPr/>
              <p:nvPr/>
            </p:nvSpPr>
            <p:spPr>
              <a:xfrm>
                <a:off x="3850700" y="4712575"/>
                <a:ext cx="203675" cy="202150"/>
              </a:xfrm>
              <a:custGeom>
                <a:avLst/>
                <a:gdLst/>
                <a:ahLst/>
                <a:cxnLst/>
                <a:rect l="l" t="t" r="r" b="b"/>
                <a:pathLst>
                  <a:path w="8147" h="8086" extrusionOk="0">
                    <a:moveTo>
                      <a:pt x="61" y="0"/>
                    </a:moveTo>
                    <a:cubicBezTo>
                      <a:pt x="0" y="4469"/>
                      <a:pt x="3648" y="8086"/>
                      <a:pt x="8146" y="8086"/>
                    </a:cubicBezTo>
                    <a:cubicBezTo>
                      <a:pt x="8146" y="3587"/>
                      <a:pt x="4529" y="0"/>
                      <a:pt x="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51"/>
              <p:cNvSpPr/>
              <p:nvPr/>
            </p:nvSpPr>
            <p:spPr>
              <a:xfrm>
                <a:off x="3852225" y="4914700"/>
                <a:ext cx="202150" cy="202150"/>
              </a:xfrm>
              <a:custGeom>
                <a:avLst/>
                <a:gdLst/>
                <a:ahLst/>
                <a:cxnLst/>
                <a:rect l="l" t="t" r="r" b="b"/>
                <a:pathLst>
                  <a:path w="8086" h="8086" extrusionOk="0">
                    <a:moveTo>
                      <a:pt x="8085" y="1"/>
                    </a:moveTo>
                    <a:cubicBezTo>
                      <a:pt x="3587" y="1"/>
                      <a:pt x="0" y="3618"/>
                      <a:pt x="0" y="8086"/>
                    </a:cubicBezTo>
                    <a:cubicBezTo>
                      <a:pt x="4438" y="8086"/>
                      <a:pt x="8085" y="4469"/>
                      <a:pt x="80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51"/>
              <p:cNvSpPr/>
              <p:nvPr/>
            </p:nvSpPr>
            <p:spPr>
              <a:xfrm>
                <a:off x="4054350" y="4712575"/>
                <a:ext cx="202150" cy="404275"/>
              </a:xfrm>
              <a:custGeom>
                <a:avLst/>
                <a:gdLst/>
                <a:ahLst/>
                <a:cxnLst/>
                <a:rect l="l" t="t" r="r" b="b"/>
                <a:pathLst>
                  <a:path w="8086" h="16171" extrusionOk="0">
                    <a:moveTo>
                      <a:pt x="8086" y="0"/>
                    </a:moveTo>
                    <a:cubicBezTo>
                      <a:pt x="8086" y="4469"/>
                      <a:pt x="4438" y="8086"/>
                      <a:pt x="0" y="8086"/>
                    </a:cubicBezTo>
                    <a:cubicBezTo>
                      <a:pt x="4468" y="8086"/>
                      <a:pt x="8086" y="11703"/>
                      <a:pt x="8086" y="16171"/>
                    </a:cubicBezTo>
                    <a:lnTo>
                      <a:pt x="80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1"/>
              <p:cNvSpPr/>
              <p:nvPr/>
            </p:nvSpPr>
            <p:spPr>
              <a:xfrm>
                <a:off x="4054350" y="4712575"/>
                <a:ext cx="202150" cy="202150"/>
              </a:xfrm>
              <a:custGeom>
                <a:avLst/>
                <a:gdLst/>
                <a:ahLst/>
                <a:cxnLst/>
                <a:rect l="l" t="t" r="r" b="b"/>
                <a:pathLst>
                  <a:path w="8086" h="8086" extrusionOk="0">
                    <a:moveTo>
                      <a:pt x="8086" y="0"/>
                    </a:moveTo>
                    <a:cubicBezTo>
                      <a:pt x="3617" y="0"/>
                      <a:pt x="0" y="3587"/>
                      <a:pt x="0" y="8086"/>
                    </a:cubicBezTo>
                    <a:cubicBezTo>
                      <a:pt x="4468" y="8086"/>
                      <a:pt x="8086" y="4469"/>
                      <a:pt x="80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1"/>
              <p:cNvSpPr/>
              <p:nvPr/>
            </p:nvSpPr>
            <p:spPr>
              <a:xfrm>
                <a:off x="4054350" y="4914700"/>
                <a:ext cx="202150" cy="202150"/>
              </a:xfrm>
              <a:custGeom>
                <a:avLst/>
                <a:gdLst/>
                <a:ahLst/>
                <a:cxnLst/>
                <a:rect l="l" t="t" r="r" b="b"/>
                <a:pathLst>
                  <a:path w="8086" h="8086" extrusionOk="0">
                    <a:moveTo>
                      <a:pt x="0" y="1"/>
                    </a:moveTo>
                    <a:cubicBezTo>
                      <a:pt x="0" y="4469"/>
                      <a:pt x="3617" y="8086"/>
                      <a:pt x="8086" y="8086"/>
                    </a:cubicBezTo>
                    <a:cubicBezTo>
                      <a:pt x="8086" y="3648"/>
                      <a:pt x="4438"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1"/>
              <p:cNvSpPr/>
              <p:nvPr/>
            </p:nvSpPr>
            <p:spPr>
              <a:xfrm>
                <a:off x="3952525" y="4610750"/>
                <a:ext cx="202150" cy="101850"/>
              </a:xfrm>
              <a:custGeom>
                <a:avLst/>
                <a:gdLst/>
                <a:ahLst/>
                <a:cxnLst/>
                <a:rect l="l" t="t" r="r" b="b"/>
                <a:pathLst>
                  <a:path w="8086" h="4074" extrusionOk="0">
                    <a:moveTo>
                      <a:pt x="4073" y="0"/>
                    </a:moveTo>
                    <a:cubicBezTo>
                      <a:pt x="1824" y="0"/>
                      <a:pt x="0" y="1824"/>
                      <a:pt x="0" y="4073"/>
                    </a:cubicBezTo>
                    <a:lnTo>
                      <a:pt x="8086" y="4073"/>
                    </a:lnTo>
                    <a:cubicBezTo>
                      <a:pt x="8086" y="1824"/>
                      <a:pt x="6262" y="0"/>
                      <a:pt x="40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1"/>
              <p:cNvSpPr/>
              <p:nvPr/>
            </p:nvSpPr>
            <p:spPr>
              <a:xfrm>
                <a:off x="3952525" y="5116825"/>
                <a:ext cx="203675" cy="101850"/>
              </a:xfrm>
              <a:custGeom>
                <a:avLst/>
                <a:gdLst/>
                <a:ahLst/>
                <a:cxnLst/>
                <a:rect l="l" t="t" r="r" b="b"/>
                <a:pathLst>
                  <a:path w="8147" h="4074" extrusionOk="0">
                    <a:moveTo>
                      <a:pt x="31" y="1"/>
                    </a:moveTo>
                    <a:cubicBezTo>
                      <a:pt x="0" y="2250"/>
                      <a:pt x="1824" y="4074"/>
                      <a:pt x="4073" y="4074"/>
                    </a:cubicBezTo>
                    <a:cubicBezTo>
                      <a:pt x="6323" y="4074"/>
                      <a:pt x="8146" y="2250"/>
                      <a:pt x="8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51"/>
              <p:cNvSpPr/>
              <p:nvPr/>
            </p:nvSpPr>
            <p:spPr>
              <a:xfrm>
                <a:off x="3750375" y="4813625"/>
                <a:ext cx="101875" cy="202925"/>
              </a:xfrm>
              <a:custGeom>
                <a:avLst/>
                <a:gdLst/>
                <a:ahLst/>
                <a:cxnLst/>
                <a:rect l="l" t="t" r="r" b="b"/>
                <a:pathLst>
                  <a:path w="4075" h="8117" extrusionOk="0">
                    <a:moveTo>
                      <a:pt x="4018" y="1"/>
                    </a:moveTo>
                    <a:cubicBezTo>
                      <a:pt x="1765" y="1"/>
                      <a:pt x="1" y="1813"/>
                      <a:pt x="1" y="4044"/>
                    </a:cubicBezTo>
                    <a:cubicBezTo>
                      <a:pt x="1" y="6262"/>
                      <a:pt x="1825" y="8117"/>
                      <a:pt x="4074" y="8117"/>
                    </a:cubicBezTo>
                    <a:lnTo>
                      <a:pt x="4074" y="1"/>
                    </a:lnTo>
                    <a:cubicBezTo>
                      <a:pt x="4055" y="1"/>
                      <a:pt x="4037" y="1"/>
                      <a:pt x="40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51"/>
              <p:cNvSpPr/>
              <p:nvPr/>
            </p:nvSpPr>
            <p:spPr>
              <a:xfrm>
                <a:off x="4255725" y="4812875"/>
                <a:ext cx="101850" cy="202200"/>
              </a:xfrm>
              <a:custGeom>
                <a:avLst/>
                <a:gdLst/>
                <a:ahLst/>
                <a:cxnLst/>
                <a:rect l="l" t="t" r="r" b="b"/>
                <a:pathLst>
                  <a:path w="4074" h="8088" extrusionOk="0">
                    <a:moveTo>
                      <a:pt x="0" y="1"/>
                    </a:moveTo>
                    <a:lnTo>
                      <a:pt x="0" y="8086"/>
                    </a:lnTo>
                    <a:cubicBezTo>
                      <a:pt x="37" y="8087"/>
                      <a:pt x="73" y="8087"/>
                      <a:pt x="109" y="8087"/>
                    </a:cubicBezTo>
                    <a:cubicBezTo>
                      <a:pt x="2337" y="8087"/>
                      <a:pt x="4073" y="6257"/>
                      <a:pt x="4073" y="4074"/>
                    </a:cubicBezTo>
                    <a:cubicBezTo>
                      <a:pt x="4073" y="1824"/>
                      <a:pt x="2249"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1"/>
              <p:cNvSpPr/>
              <p:nvPr/>
            </p:nvSpPr>
            <p:spPr>
              <a:xfrm>
                <a:off x="3952525" y="4812875"/>
                <a:ext cx="203675" cy="202925"/>
              </a:xfrm>
              <a:custGeom>
                <a:avLst/>
                <a:gdLst/>
                <a:ahLst/>
                <a:cxnLst/>
                <a:rect l="l" t="t" r="r" b="b"/>
                <a:pathLst>
                  <a:path w="8147" h="8117" extrusionOk="0">
                    <a:moveTo>
                      <a:pt x="4073" y="1"/>
                    </a:moveTo>
                    <a:cubicBezTo>
                      <a:pt x="1824" y="1"/>
                      <a:pt x="0" y="1824"/>
                      <a:pt x="0" y="4074"/>
                    </a:cubicBezTo>
                    <a:cubicBezTo>
                      <a:pt x="0" y="6323"/>
                      <a:pt x="1824" y="8116"/>
                      <a:pt x="4073" y="8116"/>
                    </a:cubicBezTo>
                    <a:cubicBezTo>
                      <a:pt x="6323" y="8116"/>
                      <a:pt x="8146" y="6323"/>
                      <a:pt x="8146" y="4074"/>
                    </a:cubicBezTo>
                    <a:cubicBezTo>
                      <a:pt x="8146" y="1824"/>
                      <a:pt x="6323" y="1"/>
                      <a:pt x="4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1"/>
              <p:cNvSpPr/>
              <p:nvPr/>
            </p:nvSpPr>
            <p:spPr>
              <a:xfrm>
                <a:off x="4003425" y="4864550"/>
                <a:ext cx="101100" cy="100325"/>
              </a:xfrm>
              <a:custGeom>
                <a:avLst/>
                <a:gdLst/>
                <a:ahLst/>
                <a:cxnLst/>
                <a:rect l="l" t="t" r="r" b="b"/>
                <a:pathLst>
                  <a:path w="4044" h="4013" extrusionOk="0">
                    <a:moveTo>
                      <a:pt x="2037" y="0"/>
                    </a:moveTo>
                    <a:cubicBezTo>
                      <a:pt x="943" y="0"/>
                      <a:pt x="1" y="912"/>
                      <a:pt x="1" y="2007"/>
                    </a:cubicBezTo>
                    <a:cubicBezTo>
                      <a:pt x="1" y="3101"/>
                      <a:pt x="913" y="4013"/>
                      <a:pt x="2037" y="4013"/>
                    </a:cubicBezTo>
                    <a:cubicBezTo>
                      <a:pt x="3132" y="4013"/>
                      <a:pt x="4043" y="3131"/>
                      <a:pt x="4043" y="2007"/>
                    </a:cubicBezTo>
                    <a:cubicBezTo>
                      <a:pt x="4043" y="912"/>
                      <a:pt x="3132" y="0"/>
                      <a:pt x="20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CUSTOM_20">
    <p:spTree>
      <p:nvGrpSpPr>
        <p:cNvPr id="1" name="Shape 2456"/>
        <p:cNvGrpSpPr/>
        <p:nvPr/>
      </p:nvGrpSpPr>
      <p:grpSpPr>
        <a:xfrm>
          <a:off x="0" y="0"/>
          <a:ext cx="0" cy="0"/>
          <a:chOff x="0" y="0"/>
          <a:chExt cx="0" cy="0"/>
        </a:xfrm>
      </p:grpSpPr>
      <p:grpSp>
        <p:nvGrpSpPr>
          <p:cNvPr id="2457" name="Google Shape;2457;p52"/>
          <p:cNvGrpSpPr/>
          <p:nvPr/>
        </p:nvGrpSpPr>
        <p:grpSpPr>
          <a:xfrm>
            <a:off x="-504454" y="-10"/>
            <a:ext cx="10152906" cy="328741"/>
            <a:chOff x="-702217" y="1665315"/>
            <a:chExt cx="10152906" cy="328741"/>
          </a:xfrm>
        </p:grpSpPr>
        <p:grpSp>
          <p:nvGrpSpPr>
            <p:cNvPr id="2458" name="Google Shape;2458;p52"/>
            <p:cNvGrpSpPr/>
            <p:nvPr/>
          </p:nvGrpSpPr>
          <p:grpSpPr>
            <a:xfrm rot="5400000">
              <a:off x="825566" y="137532"/>
              <a:ext cx="328741" cy="3384306"/>
              <a:chOff x="7434250" y="472000"/>
              <a:chExt cx="328741" cy="3384306"/>
            </a:xfrm>
          </p:grpSpPr>
          <p:sp>
            <p:nvSpPr>
              <p:cNvPr id="2459" name="Google Shape;2459;p52"/>
              <p:cNvSpPr/>
              <p:nvPr/>
            </p:nvSpPr>
            <p:spPr>
              <a:xfrm>
                <a:off x="7434250" y="472000"/>
                <a:ext cx="328741" cy="3384306"/>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52"/>
              <p:cNvSpPr/>
              <p:nvPr/>
            </p:nvSpPr>
            <p:spPr>
              <a:xfrm>
                <a:off x="7434250" y="530775"/>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52"/>
              <p:cNvSpPr/>
              <p:nvPr/>
            </p:nvSpPr>
            <p:spPr>
              <a:xfrm>
                <a:off x="7434250" y="120182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52"/>
              <p:cNvSpPr/>
              <p:nvPr/>
            </p:nvSpPr>
            <p:spPr>
              <a:xfrm>
                <a:off x="7475350" y="829200"/>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52"/>
              <p:cNvSpPr/>
              <p:nvPr/>
            </p:nvSpPr>
            <p:spPr>
              <a:xfrm>
                <a:off x="7475350" y="1500275"/>
                <a:ext cx="246525" cy="296750"/>
              </a:xfrm>
              <a:custGeom>
                <a:avLst/>
                <a:gdLst/>
                <a:ahLst/>
                <a:cxnLst/>
                <a:rect l="l" t="t" r="r" b="b"/>
                <a:pathLst>
                  <a:path w="9861" h="11870" extrusionOk="0">
                    <a:moveTo>
                      <a:pt x="0" y="0"/>
                    </a:moveTo>
                    <a:cubicBezTo>
                      <a:pt x="23" y="4292"/>
                      <a:pt x="1667" y="8583"/>
                      <a:pt x="4931" y="11869"/>
                    </a:cubicBezTo>
                    <a:cubicBezTo>
                      <a:pt x="8217" y="8583"/>
                      <a:pt x="9861" y="4292"/>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52"/>
              <p:cNvSpPr/>
              <p:nvPr/>
            </p:nvSpPr>
            <p:spPr>
              <a:xfrm>
                <a:off x="7552375" y="652875"/>
                <a:ext cx="101600" cy="102175"/>
              </a:xfrm>
              <a:custGeom>
                <a:avLst/>
                <a:gdLst/>
                <a:ahLst/>
                <a:cxnLst/>
                <a:rect l="l" t="t" r="r" b="b"/>
                <a:pathLst>
                  <a:path w="4064" h="4087" extrusionOk="0">
                    <a:moveTo>
                      <a:pt x="2032" y="1"/>
                    </a:moveTo>
                    <a:cubicBezTo>
                      <a:pt x="914" y="1"/>
                      <a:pt x="1" y="914"/>
                      <a:pt x="1" y="2055"/>
                    </a:cubicBezTo>
                    <a:cubicBezTo>
                      <a:pt x="1" y="3174"/>
                      <a:pt x="914" y="4087"/>
                      <a:pt x="2032" y="4087"/>
                    </a:cubicBezTo>
                    <a:cubicBezTo>
                      <a:pt x="3151" y="4087"/>
                      <a:pt x="4064" y="3174"/>
                      <a:pt x="4064" y="2055"/>
                    </a:cubicBezTo>
                    <a:cubicBezTo>
                      <a:pt x="4064" y="914"/>
                      <a:pt x="3151" y="1"/>
                      <a:pt x="2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52"/>
              <p:cNvSpPr/>
              <p:nvPr/>
            </p:nvSpPr>
            <p:spPr>
              <a:xfrm>
                <a:off x="7550675" y="1547075"/>
                <a:ext cx="101600" cy="101575"/>
              </a:xfrm>
              <a:custGeom>
                <a:avLst/>
                <a:gdLst/>
                <a:ahLst/>
                <a:cxnLst/>
                <a:rect l="l" t="t" r="r" b="b"/>
                <a:pathLst>
                  <a:path w="4064" h="4063" extrusionOk="0">
                    <a:moveTo>
                      <a:pt x="2032" y="0"/>
                    </a:moveTo>
                    <a:cubicBezTo>
                      <a:pt x="913" y="0"/>
                      <a:pt x="0" y="890"/>
                      <a:pt x="0" y="2031"/>
                    </a:cubicBezTo>
                    <a:cubicBezTo>
                      <a:pt x="0" y="3150"/>
                      <a:pt x="913" y="4063"/>
                      <a:pt x="2032" y="4063"/>
                    </a:cubicBezTo>
                    <a:cubicBezTo>
                      <a:pt x="3150" y="4063"/>
                      <a:pt x="4063" y="3150"/>
                      <a:pt x="4063" y="2031"/>
                    </a:cubicBezTo>
                    <a:cubicBezTo>
                      <a:pt x="4063" y="890"/>
                      <a:pt x="3173" y="0"/>
                      <a:pt x="20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52"/>
              <p:cNvSpPr/>
              <p:nvPr/>
            </p:nvSpPr>
            <p:spPr>
              <a:xfrm>
                <a:off x="7434250" y="187117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52"/>
              <p:cNvSpPr/>
              <p:nvPr/>
            </p:nvSpPr>
            <p:spPr>
              <a:xfrm>
                <a:off x="7434250" y="2542250"/>
                <a:ext cx="328725" cy="595175"/>
              </a:xfrm>
              <a:custGeom>
                <a:avLst/>
                <a:gdLst/>
                <a:ahLst/>
                <a:cxnLst/>
                <a:rect l="l" t="t" r="r" b="b"/>
                <a:pathLst>
                  <a:path w="13149" h="23807"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52"/>
              <p:cNvSpPr/>
              <p:nvPr/>
            </p:nvSpPr>
            <p:spPr>
              <a:xfrm>
                <a:off x="7475350" y="2169625"/>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52"/>
              <p:cNvSpPr/>
              <p:nvPr/>
            </p:nvSpPr>
            <p:spPr>
              <a:xfrm>
                <a:off x="7475350" y="2840675"/>
                <a:ext cx="246525" cy="296750"/>
              </a:xfrm>
              <a:custGeom>
                <a:avLst/>
                <a:gdLst/>
                <a:ahLst/>
                <a:cxnLst/>
                <a:rect l="l" t="t" r="r" b="b"/>
                <a:pathLst>
                  <a:path w="9861" h="11870"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52"/>
              <p:cNvSpPr/>
              <p:nvPr/>
            </p:nvSpPr>
            <p:spPr>
              <a:xfrm>
                <a:off x="7552375" y="1993300"/>
                <a:ext cx="101600" cy="102175"/>
              </a:xfrm>
              <a:custGeom>
                <a:avLst/>
                <a:gdLst/>
                <a:ahLst/>
                <a:cxnLst/>
                <a:rect l="l" t="t" r="r" b="b"/>
                <a:pathLst>
                  <a:path w="4064" h="4087" extrusionOk="0">
                    <a:moveTo>
                      <a:pt x="2032" y="0"/>
                    </a:moveTo>
                    <a:cubicBezTo>
                      <a:pt x="914" y="0"/>
                      <a:pt x="1" y="913"/>
                      <a:pt x="1" y="2032"/>
                    </a:cubicBezTo>
                    <a:cubicBezTo>
                      <a:pt x="1" y="3173"/>
                      <a:pt x="914" y="4086"/>
                      <a:pt x="2032" y="4086"/>
                    </a:cubicBezTo>
                    <a:cubicBezTo>
                      <a:pt x="3151" y="4086"/>
                      <a:pt x="4064" y="3173"/>
                      <a:pt x="4064" y="2032"/>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52"/>
              <p:cNvSpPr/>
              <p:nvPr/>
            </p:nvSpPr>
            <p:spPr>
              <a:xfrm>
                <a:off x="7434250" y="3206450"/>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2"/>
              <p:cNvSpPr/>
              <p:nvPr/>
            </p:nvSpPr>
            <p:spPr>
              <a:xfrm>
                <a:off x="7475350" y="3504900"/>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2"/>
              <p:cNvSpPr/>
              <p:nvPr/>
            </p:nvSpPr>
            <p:spPr>
              <a:xfrm>
                <a:off x="7552375" y="3328575"/>
                <a:ext cx="101600" cy="102175"/>
              </a:xfrm>
              <a:custGeom>
                <a:avLst/>
                <a:gdLst/>
                <a:ahLst/>
                <a:cxnLst/>
                <a:rect l="l" t="t" r="r" b="b"/>
                <a:pathLst>
                  <a:path w="4064" h="4087" extrusionOk="0">
                    <a:moveTo>
                      <a:pt x="2032" y="0"/>
                    </a:moveTo>
                    <a:cubicBezTo>
                      <a:pt x="914" y="0"/>
                      <a:pt x="1" y="913"/>
                      <a:pt x="1" y="2055"/>
                    </a:cubicBezTo>
                    <a:cubicBezTo>
                      <a:pt x="1" y="3173"/>
                      <a:pt x="914" y="4086"/>
                      <a:pt x="2032" y="4086"/>
                    </a:cubicBezTo>
                    <a:cubicBezTo>
                      <a:pt x="3151" y="4086"/>
                      <a:pt x="4064" y="3173"/>
                      <a:pt x="4064" y="2055"/>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52"/>
              <p:cNvSpPr/>
              <p:nvPr/>
            </p:nvSpPr>
            <p:spPr>
              <a:xfrm>
                <a:off x="7550675" y="2886900"/>
                <a:ext cx="101600" cy="102175"/>
              </a:xfrm>
              <a:custGeom>
                <a:avLst/>
                <a:gdLst/>
                <a:ahLst/>
                <a:cxnLst/>
                <a:rect l="l" t="t" r="r" b="b"/>
                <a:pathLst>
                  <a:path w="4064" h="4087" extrusionOk="0">
                    <a:moveTo>
                      <a:pt x="2032" y="1"/>
                    </a:moveTo>
                    <a:cubicBezTo>
                      <a:pt x="913" y="1"/>
                      <a:pt x="0" y="914"/>
                      <a:pt x="0" y="2055"/>
                    </a:cubicBezTo>
                    <a:cubicBezTo>
                      <a:pt x="0" y="3173"/>
                      <a:pt x="913" y="4086"/>
                      <a:pt x="2032" y="4086"/>
                    </a:cubicBezTo>
                    <a:cubicBezTo>
                      <a:pt x="3150" y="4086"/>
                      <a:pt x="4063" y="3173"/>
                      <a:pt x="4063" y="2055"/>
                    </a:cubicBezTo>
                    <a:cubicBezTo>
                      <a:pt x="4063" y="914"/>
                      <a:pt x="3173" y="1"/>
                      <a:pt x="2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5" name="Google Shape;2475;p52"/>
            <p:cNvGrpSpPr/>
            <p:nvPr/>
          </p:nvGrpSpPr>
          <p:grpSpPr>
            <a:xfrm rot="5400000">
              <a:off x="4209866" y="137532"/>
              <a:ext cx="328741" cy="3384306"/>
              <a:chOff x="7434250" y="472000"/>
              <a:chExt cx="328741" cy="3384306"/>
            </a:xfrm>
          </p:grpSpPr>
          <p:sp>
            <p:nvSpPr>
              <p:cNvPr id="2476" name="Google Shape;2476;p52"/>
              <p:cNvSpPr/>
              <p:nvPr/>
            </p:nvSpPr>
            <p:spPr>
              <a:xfrm>
                <a:off x="7434250" y="472000"/>
                <a:ext cx="328741" cy="3384306"/>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52"/>
              <p:cNvSpPr/>
              <p:nvPr/>
            </p:nvSpPr>
            <p:spPr>
              <a:xfrm>
                <a:off x="7434250" y="530775"/>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2"/>
              <p:cNvSpPr/>
              <p:nvPr/>
            </p:nvSpPr>
            <p:spPr>
              <a:xfrm>
                <a:off x="7434250" y="120182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52"/>
              <p:cNvSpPr/>
              <p:nvPr/>
            </p:nvSpPr>
            <p:spPr>
              <a:xfrm>
                <a:off x="7475350" y="829200"/>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52"/>
              <p:cNvSpPr/>
              <p:nvPr/>
            </p:nvSpPr>
            <p:spPr>
              <a:xfrm>
                <a:off x="7475350" y="1500275"/>
                <a:ext cx="246525" cy="296750"/>
              </a:xfrm>
              <a:custGeom>
                <a:avLst/>
                <a:gdLst/>
                <a:ahLst/>
                <a:cxnLst/>
                <a:rect l="l" t="t" r="r" b="b"/>
                <a:pathLst>
                  <a:path w="9861" h="11870" extrusionOk="0">
                    <a:moveTo>
                      <a:pt x="0" y="0"/>
                    </a:moveTo>
                    <a:cubicBezTo>
                      <a:pt x="23" y="4292"/>
                      <a:pt x="1667" y="8583"/>
                      <a:pt x="4931" y="11869"/>
                    </a:cubicBezTo>
                    <a:cubicBezTo>
                      <a:pt x="8217" y="8583"/>
                      <a:pt x="9861" y="4292"/>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52"/>
              <p:cNvSpPr/>
              <p:nvPr/>
            </p:nvSpPr>
            <p:spPr>
              <a:xfrm>
                <a:off x="7552375" y="652875"/>
                <a:ext cx="101600" cy="102175"/>
              </a:xfrm>
              <a:custGeom>
                <a:avLst/>
                <a:gdLst/>
                <a:ahLst/>
                <a:cxnLst/>
                <a:rect l="l" t="t" r="r" b="b"/>
                <a:pathLst>
                  <a:path w="4064" h="4087" extrusionOk="0">
                    <a:moveTo>
                      <a:pt x="2032" y="1"/>
                    </a:moveTo>
                    <a:cubicBezTo>
                      <a:pt x="914" y="1"/>
                      <a:pt x="1" y="914"/>
                      <a:pt x="1" y="2055"/>
                    </a:cubicBezTo>
                    <a:cubicBezTo>
                      <a:pt x="1" y="3174"/>
                      <a:pt x="914" y="4087"/>
                      <a:pt x="2032" y="4087"/>
                    </a:cubicBezTo>
                    <a:cubicBezTo>
                      <a:pt x="3151" y="4087"/>
                      <a:pt x="4064" y="3174"/>
                      <a:pt x="4064" y="2055"/>
                    </a:cubicBezTo>
                    <a:cubicBezTo>
                      <a:pt x="4064" y="914"/>
                      <a:pt x="3151" y="1"/>
                      <a:pt x="2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52"/>
              <p:cNvSpPr/>
              <p:nvPr/>
            </p:nvSpPr>
            <p:spPr>
              <a:xfrm>
                <a:off x="7550675" y="1547075"/>
                <a:ext cx="101600" cy="101575"/>
              </a:xfrm>
              <a:custGeom>
                <a:avLst/>
                <a:gdLst/>
                <a:ahLst/>
                <a:cxnLst/>
                <a:rect l="l" t="t" r="r" b="b"/>
                <a:pathLst>
                  <a:path w="4064" h="4063" extrusionOk="0">
                    <a:moveTo>
                      <a:pt x="2032" y="0"/>
                    </a:moveTo>
                    <a:cubicBezTo>
                      <a:pt x="913" y="0"/>
                      <a:pt x="0" y="890"/>
                      <a:pt x="0" y="2031"/>
                    </a:cubicBezTo>
                    <a:cubicBezTo>
                      <a:pt x="0" y="3150"/>
                      <a:pt x="913" y="4063"/>
                      <a:pt x="2032" y="4063"/>
                    </a:cubicBezTo>
                    <a:cubicBezTo>
                      <a:pt x="3150" y="4063"/>
                      <a:pt x="4063" y="3150"/>
                      <a:pt x="4063" y="2031"/>
                    </a:cubicBezTo>
                    <a:cubicBezTo>
                      <a:pt x="4063" y="890"/>
                      <a:pt x="3173" y="0"/>
                      <a:pt x="20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2"/>
              <p:cNvSpPr/>
              <p:nvPr/>
            </p:nvSpPr>
            <p:spPr>
              <a:xfrm>
                <a:off x="7434250" y="187117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2"/>
              <p:cNvSpPr/>
              <p:nvPr/>
            </p:nvSpPr>
            <p:spPr>
              <a:xfrm>
                <a:off x="7434250" y="2542250"/>
                <a:ext cx="328725" cy="595175"/>
              </a:xfrm>
              <a:custGeom>
                <a:avLst/>
                <a:gdLst/>
                <a:ahLst/>
                <a:cxnLst/>
                <a:rect l="l" t="t" r="r" b="b"/>
                <a:pathLst>
                  <a:path w="13149" h="23807"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2"/>
              <p:cNvSpPr/>
              <p:nvPr/>
            </p:nvSpPr>
            <p:spPr>
              <a:xfrm>
                <a:off x="7475350" y="2169625"/>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52"/>
              <p:cNvSpPr/>
              <p:nvPr/>
            </p:nvSpPr>
            <p:spPr>
              <a:xfrm>
                <a:off x="7475350" y="2840675"/>
                <a:ext cx="246525" cy="296750"/>
              </a:xfrm>
              <a:custGeom>
                <a:avLst/>
                <a:gdLst/>
                <a:ahLst/>
                <a:cxnLst/>
                <a:rect l="l" t="t" r="r" b="b"/>
                <a:pathLst>
                  <a:path w="9861" h="11870"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52"/>
              <p:cNvSpPr/>
              <p:nvPr/>
            </p:nvSpPr>
            <p:spPr>
              <a:xfrm>
                <a:off x="7552375" y="1993300"/>
                <a:ext cx="101600" cy="102175"/>
              </a:xfrm>
              <a:custGeom>
                <a:avLst/>
                <a:gdLst/>
                <a:ahLst/>
                <a:cxnLst/>
                <a:rect l="l" t="t" r="r" b="b"/>
                <a:pathLst>
                  <a:path w="4064" h="4087" extrusionOk="0">
                    <a:moveTo>
                      <a:pt x="2032" y="0"/>
                    </a:moveTo>
                    <a:cubicBezTo>
                      <a:pt x="914" y="0"/>
                      <a:pt x="1" y="913"/>
                      <a:pt x="1" y="2032"/>
                    </a:cubicBezTo>
                    <a:cubicBezTo>
                      <a:pt x="1" y="3173"/>
                      <a:pt x="914" y="4086"/>
                      <a:pt x="2032" y="4086"/>
                    </a:cubicBezTo>
                    <a:cubicBezTo>
                      <a:pt x="3151" y="4086"/>
                      <a:pt x="4064" y="3173"/>
                      <a:pt x="4064" y="2032"/>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2"/>
              <p:cNvSpPr/>
              <p:nvPr/>
            </p:nvSpPr>
            <p:spPr>
              <a:xfrm>
                <a:off x="7434250" y="3206450"/>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2"/>
              <p:cNvSpPr/>
              <p:nvPr/>
            </p:nvSpPr>
            <p:spPr>
              <a:xfrm>
                <a:off x="7475350" y="3504900"/>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52"/>
              <p:cNvSpPr/>
              <p:nvPr/>
            </p:nvSpPr>
            <p:spPr>
              <a:xfrm>
                <a:off x="7552375" y="3328575"/>
                <a:ext cx="101600" cy="102175"/>
              </a:xfrm>
              <a:custGeom>
                <a:avLst/>
                <a:gdLst/>
                <a:ahLst/>
                <a:cxnLst/>
                <a:rect l="l" t="t" r="r" b="b"/>
                <a:pathLst>
                  <a:path w="4064" h="4087" extrusionOk="0">
                    <a:moveTo>
                      <a:pt x="2032" y="0"/>
                    </a:moveTo>
                    <a:cubicBezTo>
                      <a:pt x="914" y="0"/>
                      <a:pt x="1" y="913"/>
                      <a:pt x="1" y="2055"/>
                    </a:cubicBezTo>
                    <a:cubicBezTo>
                      <a:pt x="1" y="3173"/>
                      <a:pt x="914" y="4086"/>
                      <a:pt x="2032" y="4086"/>
                    </a:cubicBezTo>
                    <a:cubicBezTo>
                      <a:pt x="3151" y="4086"/>
                      <a:pt x="4064" y="3173"/>
                      <a:pt x="4064" y="2055"/>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52"/>
              <p:cNvSpPr/>
              <p:nvPr/>
            </p:nvSpPr>
            <p:spPr>
              <a:xfrm>
                <a:off x="7550675" y="2886900"/>
                <a:ext cx="101600" cy="102175"/>
              </a:xfrm>
              <a:custGeom>
                <a:avLst/>
                <a:gdLst/>
                <a:ahLst/>
                <a:cxnLst/>
                <a:rect l="l" t="t" r="r" b="b"/>
                <a:pathLst>
                  <a:path w="4064" h="4087" extrusionOk="0">
                    <a:moveTo>
                      <a:pt x="2032" y="1"/>
                    </a:moveTo>
                    <a:cubicBezTo>
                      <a:pt x="913" y="1"/>
                      <a:pt x="0" y="914"/>
                      <a:pt x="0" y="2055"/>
                    </a:cubicBezTo>
                    <a:cubicBezTo>
                      <a:pt x="0" y="3173"/>
                      <a:pt x="913" y="4086"/>
                      <a:pt x="2032" y="4086"/>
                    </a:cubicBezTo>
                    <a:cubicBezTo>
                      <a:pt x="3150" y="4086"/>
                      <a:pt x="4063" y="3173"/>
                      <a:pt x="4063" y="2055"/>
                    </a:cubicBezTo>
                    <a:cubicBezTo>
                      <a:pt x="4063" y="914"/>
                      <a:pt x="3173" y="1"/>
                      <a:pt x="2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2" name="Google Shape;2492;p52"/>
            <p:cNvGrpSpPr/>
            <p:nvPr/>
          </p:nvGrpSpPr>
          <p:grpSpPr>
            <a:xfrm rot="5400000">
              <a:off x="7594166" y="137532"/>
              <a:ext cx="328741" cy="3384306"/>
              <a:chOff x="7434250" y="472000"/>
              <a:chExt cx="328741" cy="3384306"/>
            </a:xfrm>
          </p:grpSpPr>
          <p:sp>
            <p:nvSpPr>
              <p:cNvPr id="2493" name="Google Shape;2493;p52"/>
              <p:cNvSpPr/>
              <p:nvPr/>
            </p:nvSpPr>
            <p:spPr>
              <a:xfrm>
                <a:off x="7434250" y="472000"/>
                <a:ext cx="328741" cy="3384306"/>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52"/>
              <p:cNvSpPr/>
              <p:nvPr/>
            </p:nvSpPr>
            <p:spPr>
              <a:xfrm>
                <a:off x="7434250" y="530775"/>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52"/>
              <p:cNvSpPr/>
              <p:nvPr/>
            </p:nvSpPr>
            <p:spPr>
              <a:xfrm>
                <a:off x="7434250" y="120182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52"/>
              <p:cNvSpPr/>
              <p:nvPr/>
            </p:nvSpPr>
            <p:spPr>
              <a:xfrm>
                <a:off x="7475350" y="829200"/>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52"/>
              <p:cNvSpPr/>
              <p:nvPr/>
            </p:nvSpPr>
            <p:spPr>
              <a:xfrm>
                <a:off x="7475350" y="1500275"/>
                <a:ext cx="246525" cy="296750"/>
              </a:xfrm>
              <a:custGeom>
                <a:avLst/>
                <a:gdLst/>
                <a:ahLst/>
                <a:cxnLst/>
                <a:rect l="l" t="t" r="r" b="b"/>
                <a:pathLst>
                  <a:path w="9861" h="11870" extrusionOk="0">
                    <a:moveTo>
                      <a:pt x="0" y="0"/>
                    </a:moveTo>
                    <a:cubicBezTo>
                      <a:pt x="23" y="4292"/>
                      <a:pt x="1667" y="8583"/>
                      <a:pt x="4931" y="11869"/>
                    </a:cubicBezTo>
                    <a:cubicBezTo>
                      <a:pt x="8217" y="8583"/>
                      <a:pt x="9861" y="4292"/>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52"/>
              <p:cNvSpPr/>
              <p:nvPr/>
            </p:nvSpPr>
            <p:spPr>
              <a:xfrm>
                <a:off x="7552375" y="652875"/>
                <a:ext cx="101600" cy="102175"/>
              </a:xfrm>
              <a:custGeom>
                <a:avLst/>
                <a:gdLst/>
                <a:ahLst/>
                <a:cxnLst/>
                <a:rect l="l" t="t" r="r" b="b"/>
                <a:pathLst>
                  <a:path w="4064" h="4087" extrusionOk="0">
                    <a:moveTo>
                      <a:pt x="2032" y="1"/>
                    </a:moveTo>
                    <a:cubicBezTo>
                      <a:pt x="914" y="1"/>
                      <a:pt x="1" y="914"/>
                      <a:pt x="1" y="2055"/>
                    </a:cubicBezTo>
                    <a:cubicBezTo>
                      <a:pt x="1" y="3174"/>
                      <a:pt x="914" y="4087"/>
                      <a:pt x="2032" y="4087"/>
                    </a:cubicBezTo>
                    <a:cubicBezTo>
                      <a:pt x="3151" y="4087"/>
                      <a:pt x="4064" y="3174"/>
                      <a:pt x="4064" y="2055"/>
                    </a:cubicBezTo>
                    <a:cubicBezTo>
                      <a:pt x="4064" y="914"/>
                      <a:pt x="3151" y="1"/>
                      <a:pt x="2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52"/>
              <p:cNvSpPr/>
              <p:nvPr/>
            </p:nvSpPr>
            <p:spPr>
              <a:xfrm>
                <a:off x="7550675" y="1547075"/>
                <a:ext cx="101600" cy="101575"/>
              </a:xfrm>
              <a:custGeom>
                <a:avLst/>
                <a:gdLst/>
                <a:ahLst/>
                <a:cxnLst/>
                <a:rect l="l" t="t" r="r" b="b"/>
                <a:pathLst>
                  <a:path w="4064" h="4063" extrusionOk="0">
                    <a:moveTo>
                      <a:pt x="2032" y="0"/>
                    </a:moveTo>
                    <a:cubicBezTo>
                      <a:pt x="913" y="0"/>
                      <a:pt x="0" y="890"/>
                      <a:pt x="0" y="2031"/>
                    </a:cubicBezTo>
                    <a:cubicBezTo>
                      <a:pt x="0" y="3150"/>
                      <a:pt x="913" y="4063"/>
                      <a:pt x="2032" y="4063"/>
                    </a:cubicBezTo>
                    <a:cubicBezTo>
                      <a:pt x="3150" y="4063"/>
                      <a:pt x="4063" y="3150"/>
                      <a:pt x="4063" y="2031"/>
                    </a:cubicBezTo>
                    <a:cubicBezTo>
                      <a:pt x="4063" y="890"/>
                      <a:pt x="3173" y="0"/>
                      <a:pt x="20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52"/>
              <p:cNvSpPr/>
              <p:nvPr/>
            </p:nvSpPr>
            <p:spPr>
              <a:xfrm>
                <a:off x="7434250" y="187117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52"/>
              <p:cNvSpPr/>
              <p:nvPr/>
            </p:nvSpPr>
            <p:spPr>
              <a:xfrm>
                <a:off x="7434250" y="2542250"/>
                <a:ext cx="328725" cy="595175"/>
              </a:xfrm>
              <a:custGeom>
                <a:avLst/>
                <a:gdLst/>
                <a:ahLst/>
                <a:cxnLst/>
                <a:rect l="l" t="t" r="r" b="b"/>
                <a:pathLst>
                  <a:path w="13149" h="23807" extrusionOk="0">
                    <a:moveTo>
                      <a:pt x="6575" y="0"/>
                    </a:moveTo>
                    <a:cubicBezTo>
                      <a:pt x="1" y="6574"/>
                      <a:pt x="1" y="17233"/>
                      <a:pt x="6575" y="23807"/>
                    </a:cubicBezTo>
                    <a:cubicBezTo>
                      <a:pt x="13148" y="17233"/>
                      <a:pt x="13148" y="6574"/>
                      <a:pt x="6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52"/>
              <p:cNvSpPr/>
              <p:nvPr/>
            </p:nvSpPr>
            <p:spPr>
              <a:xfrm>
                <a:off x="7475350" y="2169625"/>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52"/>
              <p:cNvSpPr/>
              <p:nvPr/>
            </p:nvSpPr>
            <p:spPr>
              <a:xfrm>
                <a:off x="7475350" y="2840675"/>
                <a:ext cx="246525" cy="296750"/>
              </a:xfrm>
              <a:custGeom>
                <a:avLst/>
                <a:gdLst/>
                <a:ahLst/>
                <a:cxnLst/>
                <a:rect l="l" t="t" r="r" b="b"/>
                <a:pathLst>
                  <a:path w="9861" h="11870"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52"/>
              <p:cNvSpPr/>
              <p:nvPr/>
            </p:nvSpPr>
            <p:spPr>
              <a:xfrm>
                <a:off x="7552375" y="1993300"/>
                <a:ext cx="101600" cy="102175"/>
              </a:xfrm>
              <a:custGeom>
                <a:avLst/>
                <a:gdLst/>
                <a:ahLst/>
                <a:cxnLst/>
                <a:rect l="l" t="t" r="r" b="b"/>
                <a:pathLst>
                  <a:path w="4064" h="4087" extrusionOk="0">
                    <a:moveTo>
                      <a:pt x="2032" y="0"/>
                    </a:moveTo>
                    <a:cubicBezTo>
                      <a:pt x="914" y="0"/>
                      <a:pt x="1" y="913"/>
                      <a:pt x="1" y="2032"/>
                    </a:cubicBezTo>
                    <a:cubicBezTo>
                      <a:pt x="1" y="3173"/>
                      <a:pt x="914" y="4086"/>
                      <a:pt x="2032" y="4086"/>
                    </a:cubicBezTo>
                    <a:cubicBezTo>
                      <a:pt x="3151" y="4086"/>
                      <a:pt x="4064" y="3173"/>
                      <a:pt x="4064" y="2032"/>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52"/>
              <p:cNvSpPr/>
              <p:nvPr/>
            </p:nvSpPr>
            <p:spPr>
              <a:xfrm>
                <a:off x="7434250" y="3206450"/>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52"/>
              <p:cNvSpPr/>
              <p:nvPr/>
            </p:nvSpPr>
            <p:spPr>
              <a:xfrm>
                <a:off x="7475350" y="3504900"/>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52"/>
              <p:cNvSpPr/>
              <p:nvPr/>
            </p:nvSpPr>
            <p:spPr>
              <a:xfrm>
                <a:off x="7552375" y="3328575"/>
                <a:ext cx="101600" cy="102175"/>
              </a:xfrm>
              <a:custGeom>
                <a:avLst/>
                <a:gdLst/>
                <a:ahLst/>
                <a:cxnLst/>
                <a:rect l="l" t="t" r="r" b="b"/>
                <a:pathLst>
                  <a:path w="4064" h="4087" extrusionOk="0">
                    <a:moveTo>
                      <a:pt x="2032" y="0"/>
                    </a:moveTo>
                    <a:cubicBezTo>
                      <a:pt x="914" y="0"/>
                      <a:pt x="1" y="913"/>
                      <a:pt x="1" y="2055"/>
                    </a:cubicBezTo>
                    <a:cubicBezTo>
                      <a:pt x="1" y="3173"/>
                      <a:pt x="914" y="4086"/>
                      <a:pt x="2032" y="4086"/>
                    </a:cubicBezTo>
                    <a:cubicBezTo>
                      <a:pt x="3151" y="4086"/>
                      <a:pt x="4064" y="3173"/>
                      <a:pt x="4064" y="2055"/>
                    </a:cubicBezTo>
                    <a:cubicBezTo>
                      <a:pt x="4064" y="913"/>
                      <a:pt x="3151"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52"/>
              <p:cNvSpPr/>
              <p:nvPr/>
            </p:nvSpPr>
            <p:spPr>
              <a:xfrm>
                <a:off x="7550675" y="2886900"/>
                <a:ext cx="101600" cy="102175"/>
              </a:xfrm>
              <a:custGeom>
                <a:avLst/>
                <a:gdLst/>
                <a:ahLst/>
                <a:cxnLst/>
                <a:rect l="l" t="t" r="r" b="b"/>
                <a:pathLst>
                  <a:path w="4064" h="4087" extrusionOk="0">
                    <a:moveTo>
                      <a:pt x="2032" y="1"/>
                    </a:moveTo>
                    <a:cubicBezTo>
                      <a:pt x="913" y="1"/>
                      <a:pt x="0" y="914"/>
                      <a:pt x="0" y="2055"/>
                    </a:cubicBezTo>
                    <a:cubicBezTo>
                      <a:pt x="0" y="3173"/>
                      <a:pt x="913" y="4086"/>
                      <a:pt x="2032" y="4086"/>
                    </a:cubicBezTo>
                    <a:cubicBezTo>
                      <a:pt x="3150" y="4086"/>
                      <a:pt x="4063" y="3173"/>
                      <a:pt x="4063" y="2055"/>
                    </a:cubicBezTo>
                    <a:cubicBezTo>
                      <a:pt x="4063" y="914"/>
                      <a:pt x="3173" y="1"/>
                      <a:pt x="20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3">
  <p:cSld name="CUSTOM_46">
    <p:spTree>
      <p:nvGrpSpPr>
        <p:cNvPr id="1" name="Shape 2509"/>
        <p:cNvGrpSpPr/>
        <p:nvPr/>
      </p:nvGrpSpPr>
      <p:grpSpPr>
        <a:xfrm>
          <a:off x="0" y="0"/>
          <a:ext cx="0" cy="0"/>
          <a:chOff x="0" y="0"/>
          <a:chExt cx="0" cy="0"/>
        </a:xfrm>
      </p:grpSpPr>
      <p:grpSp>
        <p:nvGrpSpPr>
          <p:cNvPr id="2510" name="Google Shape;2510;p53"/>
          <p:cNvGrpSpPr/>
          <p:nvPr/>
        </p:nvGrpSpPr>
        <p:grpSpPr>
          <a:xfrm rot="10800000">
            <a:off x="7740125" y="1937801"/>
            <a:ext cx="1403872" cy="3205688"/>
            <a:chOff x="0" y="-12"/>
            <a:chExt cx="1403872" cy="3205688"/>
          </a:xfrm>
        </p:grpSpPr>
        <p:grpSp>
          <p:nvGrpSpPr>
            <p:cNvPr id="2511" name="Google Shape;2511;p53"/>
            <p:cNvGrpSpPr/>
            <p:nvPr/>
          </p:nvGrpSpPr>
          <p:grpSpPr>
            <a:xfrm rot="10800000">
              <a:off x="0" y="-12"/>
              <a:ext cx="407047" cy="2198100"/>
              <a:chOff x="2831975" y="2866675"/>
              <a:chExt cx="407047" cy="2198100"/>
            </a:xfrm>
          </p:grpSpPr>
          <p:sp>
            <p:nvSpPr>
              <p:cNvPr id="2512" name="Google Shape;2512;p53"/>
              <p:cNvSpPr/>
              <p:nvPr/>
            </p:nvSpPr>
            <p:spPr>
              <a:xfrm>
                <a:off x="2831975" y="2866675"/>
                <a:ext cx="407047" cy="944425"/>
              </a:xfrm>
              <a:custGeom>
                <a:avLst/>
                <a:gdLst/>
                <a:ahLst/>
                <a:cxnLst/>
                <a:rect l="l" t="t" r="r" b="b"/>
                <a:pathLst>
                  <a:path w="37777" h="37777" extrusionOk="0">
                    <a:moveTo>
                      <a:pt x="0" y="0"/>
                    </a:moveTo>
                    <a:lnTo>
                      <a:pt x="0" y="37776"/>
                    </a:lnTo>
                    <a:lnTo>
                      <a:pt x="37776" y="37776"/>
                    </a:lnTo>
                    <a:lnTo>
                      <a:pt x="377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53"/>
              <p:cNvSpPr/>
              <p:nvPr/>
            </p:nvSpPr>
            <p:spPr>
              <a:xfrm>
                <a:off x="2831975" y="2866675"/>
                <a:ext cx="407047" cy="944425"/>
              </a:xfrm>
              <a:custGeom>
                <a:avLst/>
                <a:gdLst/>
                <a:ahLst/>
                <a:cxnLst/>
                <a:rect l="l" t="t" r="r" b="b"/>
                <a:pathLst>
                  <a:path w="37777" h="37777" extrusionOk="0">
                    <a:moveTo>
                      <a:pt x="0" y="0"/>
                    </a:moveTo>
                    <a:lnTo>
                      <a:pt x="0" y="37776"/>
                    </a:lnTo>
                    <a:lnTo>
                      <a:pt x="37776" y="37776"/>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3"/>
              <p:cNvSpPr/>
              <p:nvPr/>
            </p:nvSpPr>
            <p:spPr>
              <a:xfrm>
                <a:off x="2831975" y="3809925"/>
                <a:ext cx="407023" cy="1254850"/>
              </a:xfrm>
              <a:custGeom>
                <a:avLst/>
                <a:gdLst/>
                <a:ahLst/>
                <a:cxnLst/>
                <a:rect l="l" t="t" r="r" b="b"/>
                <a:pathLst>
                  <a:path w="25063" h="50194" extrusionOk="0">
                    <a:moveTo>
                      <a:pt x="0" y="1"/>
                    </a:moveTo>
                    <a:lnTo>
                      <a:pt x="0" y="50193"/>
                    </a:lnTo>
                    <a:lnTo>
                      <a:pt x="25062" y="50193"/>
                    </a:lnTo>
                    <a:lnTo>
                      <a:pt x="250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3"/>
              <p:cNvSpPr/>
              <p:nvPr/>
            </p:nvSpPr>
            <p:spPr>
              <a:xfrm>
                <a:off x="2831975" y="4751475"/>
                <a:ext cx="407023" cy="313300"/>
              </a:xfrm>
              <a:custGeom>
                <a:avLst/>
                <a:gdLst/>
                <a:ahLst/>
                <a:cxnLst/>
                <a:rect l="l" t="t" r="r" b="b"/>
                <a:pathLst>
                  <a:path w="25063" h="12532" extrusionOk="0">
                    <a:moveTo>
                      <a:pt x="0" y="0"/>
                    </a:moveTo>
                    <a:lnTo>
                      <a:pt x="12531" y="12531"/>
                    </a:lnTo>
                    <a:lnTo>
                      <a:pt x="2506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3"/>
              <p:cNvSpPr/>
              <p:nvPr/>
            </p:nvSpPr>
            <p:spPr>
              <a:xfrm>
                <a:off x="2831975" y="3809925"/>
                <a:ext cx="407023" cy="313300"/>
              </a:xfrm>
              <a:custGeom>
                <a:avLst/>
                <a:gdLst/>
                <a:ahLst/>
                <a:cxnLst/>
                <a:rect l="l" t="t" r="r" b="b"/>
                <a:pathLst>
                  <a:path w="25063" h="12532" extrusionOk="0">
                    <a:moveTo>
                      <a:pt x="12531" y="1"/>
                    </a:moveTo>
                    <a:lnTo>
                      <a:pt x="0" y="12532"/>
                    </a:lnTo>
                    <a:lnTo>
                      <a:pt x="25062" y="12532"/>
                    </a:lnTo>
                    <a:lnTo>
                      <a:pt x="125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3"/>
              <p:cNvSpPr/>
              <p:nvPr/>
            </p:nvSpPr>
            <p:spPr>
              <a:xfrm>
                <a:off x="2831975" y="4123775"/>
                <a:ext cx="407023" cy="313300"/>
              </a:xfrm>
              <a:custGeom>
                <a:avLst/>
                <a:gdLst/>
                <a:ahLst/>
                <a:cxnLst/>
                <a:rect l="l" t="t" r="r" b="b"/>
                <a:pathLst>
                  <a:path w="25063" h="12532" extrusionOk="0">
                    <a:moveTo>
                      <a:pt x="0" y="0"/>
                    </a:moveTo>
                    <a:lnTo>
                      <a:pt x="12531" y="12531"/>
                    </a:lnTo>
                    <a:lnTo>
                      <a:pt x="250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53"/>
              <p:cNvSpPr/>
              <p:nvPr/>
            </p:nvSpPr>
            <p:spPr>
              <a:xfrm>
                <a:off x="2831975" y="4437625"/>
                <a:ext cx="407023" cy="313300"/>
              </a:xfrm>
              <a:custGeom>
                <a:avLst/>
                <a:gdLst/>
                <a:ahLst/>
                <a:cxnLst/>
                <a:rect l="l" t="t" r="r" b="b"/>
                <a:pathLst>
                  <a:path w="25063" h="12532" extrusionOk="0">
                    <a:moveTo>
                      <a:pt x="12531" y="0"/>
                    </a:moveTo>
                    <a:lnTo>
                      <a:pt x="0" y="12531"/>
                    </a:lnTo>
                    <a:lnTo>
                      <a:pt x="25062" y="12531"/>
                    </a:lnTo>
                    <a:lnTo>
                      <a:pt x="125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9" name="Google Shape;2519;p53"/>
            <p:cNvGrpSpPr/>
            <p:nvPr/>
          </p:nvGrpSpPr>
          <p:grpSpPr>
            <a:xfrm rot="10800000">
              <a:off x="148447" y="2410825"/>
              <a:ext cx="110150" cy="794850"/>
              <a:chOff x="2093725" y="3669238"/>
              <a:chExt cx="110150" cy="794850"/>
            </a:xfrm>
          </p:grpSpPr>
          <p:sp>
            <p:nvSpPr>
              <p:cNvPr id="2520" name="Google Shape;2520;p53"/>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53"/>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53"/>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3"/>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53"/>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5" name="Google Shape;2525;p53"/>
            <p:cNvGrpSpPr/>
            <p:nvPr/>
          </p:nvGrpSpPr>
          <p:grpSpPr>
            <a:xfrm rot="5400000">
              <a:off x="951372" y="-171825"/>
              <a:ext cx="110150" cy="794850"/>
              <a:chOff x="2093725" y="3669238"/>
              <a:chExt cx="110150" cy="794850"/>
            </a:xfrm>
          </p:grpSpPr>
          <p:sp>
            <p:nvSpPr>
              <p:cNvPr id="2526" name="Google Shape;2526;p53"/>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53"/>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53"/>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53"/>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53"/>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31" name="Google Shape;2531;p53"/>
          <p:cNvGrpSpPr/>
          <p:nvPr/>
        </p:nvGrpSpPr>
        <p:grpSpPr>
          <a:xfrm>
            <a:off x="-12" y="1"/>
            <a:ext cx="1403872" cy="3205688"/>
            <a:chOff x="0" y="-12"/>
            <a:chExt cx="1403872" cy="3205688"/>
          </a:xfrm>
        </p:grpSpPr>
        <p:grpSp>
          <p:nvGrpSpPr>
            <p:cNvPr id="2532" name="Google Shape;2532;p53"/>
            <p:cNvGrpSpPr/>
            <p:nvPr/>
          </p:nvGrpSpPr>
          <p:grpSpPr>
            <a:xfrm rot="10800000">
              <a:off x="0" y="-12"/>
              <a:ext cx="407047" cy="2198100"/>
              <a:chOff x="2831975" y="2866675"/>
              <a:chExt cx="407047" cy="2198100"/>
            </a:xfrm>
          </p:grpSpPr>
          <p:sp>
            <p:nvSpPr>
              <p:cNvPr id="2533" name="Google Shape;2533;p53"/>
              <p:cNvSpPr/>
              <p:nvPr/>
            </p:nvSpPr>
            <p:spPr>
              <a:xfrm>
                <a:off x="2831975" y="2866675"/>
                <a:ext cx="407047" cy="944425"/>
              </a:xfrm>
              <a:custGeom>
                <a:avLst/>
                <a:gdLst/>
                <a:ahLst/>
                <a:cxnLst/>
                <a:rect l="l" t="t" r="r" b="b"/>
                <a:pathLst>
                  <a:path w="37777" h="37777" extrusionOk="0">
                    <a:moveTo>
                      <a:pt x="0" y="0"/>
                    </a:moveTo>
                    <a:lnTo>
                      <a:pt x="0" y="37776"/>
                    </a:lnTo>
                    <a:lnTo>
                      <a:pt x="37776" y="37776"/>
                    </a:lnTo>
                    <a:lnTo>
                      <a:pt x="377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53"/>
              <p:cNvSpPr/>
              <p:nvPr/>
            </p:nvSpPr>
            <p:spPr>
              <a:xfrm>
                <a:off x="2831975" y="2866675"/>
                <a:ext cx="407047" cy="944425"/>
              </a:xfrm>
              <a:custGeom>
                <a:avLst/>
                <a:gdLst/>
                <a:ahLst/>
                <a:cxnLst/>
                <a:rect l="l" t="t" r="r" b="b"/>
                <a:pathLst>
                  <a:path w="37777" h="37777" extrusionOk="0">
                    <a:moveTo>
                      <a:pt x="0" y="0"/>
                    </a:moveTo>
                    <a:lnTo>
                      <a:pt x="0" y="37776"/>
                    </a:lnTo>
                    <a:lnTo>
                      <a:pt x="37776" y="37776"/>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3"/>
              <p:cNvSpPr/>
              <p:nvPr/>
            </p:nvSpPr>
            <p:spPr>
              <a:xfrm>
                <a:off x="2831975" y="3809925"/>
                <a:ext cx="407023" cy="1254850"/>
              </a:xfrm>
              <a:custGeom>
                <a:avLst/>
                <a:gdLst/>
                <a:ahLst/>
                <a:cxnLst/>
                <a:rect l="l" t="t" r="r" b="b"/>
                <a:pathLst>
                  <a:path w="25063" h="50194" extrusionOk="0">
                    <a:moveTo>
                      <a:pt x="0" y="1"/>
                    </a:moveTo>
                    <a:lnTo>
                      <a:pt x="0" y="50193"/>
                    </a:lnTo>
                    <a:lnTo>
                      <a:pt x="25062" y="50193"/>
                    </a:lnTo>
                    <a:lnTo>
                      <a:pt x="250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53"/>
              <p:cNvSpPr/>
              <p:nvPr/>
            </p:nvSpPr>
            <p:spPr>
              <a:xfrm>
                <a:off x="2831975" y="4751475"/>
                <a:ext cx="407023" cy="313300"/>
              </a:xfrm>
              <a:custGeom>
                <a:avLst/>
                <a:gdLst/>
                <a:ahLst/>
                <a:cxnLst/>
                <a:rect l="l" t="t" r="r" b="b"/>
                <a:pathLst>
                  <a:path w="25063" h="12532" extrusionOk="0">
                    <a:moveTo>
                      <a:pt x="0" y="0"/>
                    </a:moveTo>
                    <a:lnTo>
                      <a:pt x="12531" y="12531"/>
                    </a:lnTo>
                    <a:lnTo>
                      <a:pt x="250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53"/>
              <p:cNvSpPr/>
              <p:nvPr/>
            </p:nvSpPr>
            <p:spPr>
              <a:xfrm>
                <a:off x="2831975" y="3809925"/>
                <a:ext cx="407023" cy="313300"/>
              </a:xfrm>
              <a:custGeom>
                <a:avLst/>
                <a:gdLst/>
                <a:ahLst/>
                <a:cxnLst/>
                <a:rect l="l" t="t" r="r" b="b"/>
                <a:pathLst>
                  <a:path w="25063" h="12532" extrusionOk="0">
                    <a:moveTo>
                      <a:pt x="12531" y="1"/>
                    </a:moveTo>
                    <a:lnTo>
                      <a:pt x="0" y="12532"/>
                    </a:lnTo>
                    <a:lnTo>
                      <a:pt x="25062" y="12532"/>
                    </a:lnTo>
                    <a:lnTo>
                      <a:pt x="125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53"/>
              <p:cNvSpPr/>
              <p:nvPr/>
            </p:nvSpPr>
            <p:spPr>
              <a:xfrm>
                <a:off x="2831975" y="4123775"/>
                <a:ext cx="407023" cy="313300"/>
              </a:xfrm>
              <a:custGeom>
                <a:avLst/>
                <a:gdLst/>
                <a:ahLst/>
                <a:cxnLst/>
                <a:rect l="l" t="t" r="r" b="b"/>
                <a:pathLst>
                  <a:path w="25063" h="12532" extrusionOk="0">
                    <a:moveTo>
                      <a:pt x="0" y="0"/>
                    </a:moveTo>
                    <a:lnTo>
                      <a:pt x="12531" y="12531"/>
                    </a:lnTo>
                    <a:lnTo>
                      <a:pt x="250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53"/>
              <p:cNvSpPr/>
              <p:nvPr/>
            </p:nvSpPr>
            <p:spPr>
              <a:xfrm>
                <a:off x="2831975" y="4437625"/>
                <a:ext cx="407023" cy="313300"/>
              </a:xfrm>
              <a:custGeom>
                <a:avLst/>
                <a:gdLst/>
                <a:ahLst/>
                <a:cxnLst/>
                <a:rect l="l" t="t" r="r" b="b"/>
                <a:pathLst>
                  <a:path w="25063" h="12532" extrusionOk="0">
                    <a:moveTo>
                      <a:pt x="12531" y="0"/>
                    </a:moveTo>
                    <a:lnTo>
                      <a:pt x="0" y="12531"/>
                    </a:lnTo>
                    <a:lnTo>
                      <a:pt x="25062" y="12531"/>
                    </a:lnTo>
                    <a:lnTo>
                      <a:pt x="125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0" name="Google Shape;2540;p53"/>
            <p:cNvGrpSpPr/>
            <p:nvPr/>
          </p:nvGrpSpPr>
          <p:grpSpPr>
            <a:xfrm rot="10800000">
              <a:off x="148447" y="2410825"/>
              <a:ext cx="110150" cy="794850"/>
              <a:chOff x="2093725" y="3669238"/>
              <a:chExt cx="110150" cy="794850"/>
            </a:xfrm>
          </p:grpSpPr>
          <p:sp>
            <p:nvSpPr>
              <p:cNvPr id="2541" name="Google Shape;2541;p53"/>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53"/>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53"/>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53"/>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53"/>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6" name="Google Shape;2546;p53"/>
            <p:cNvGrpSpPr/>
            <p:nvPr/>
          </p:nvGrpSpPr>
          <p:grpSpPr>
            <a:xfrm rot="5400000">
              <a:off x="951372" y="-171825"/>
              <a:ext cx="110150" cy="794850"/>
              <a:chOff x="2093725" y="3669238"/>
              <a:chExt cx="110150" cy="794850"/>
            </a:xfrm>
          </p:grpSpPr>
          <p:sp>
            <p:nvSpPr>
              <p:cNvPr id="2547" name="Google Shape;2547;p53"/>
              <p:cNvSpPr/>
              <p:nvPr/>
            </p:nvSpPr>
            <p:spPr>
              <a:xfrm>
                <a:off x="2093725" y="36692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3"/>
              <p:cNvSpPr/>
              <p:nvPr/>
            </p:nvSpPr>
            <p:spPr>
              <a:xfrm>
                <a:off x="2093725" y="384041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53"/>
              <p:cNvSpPr/>
              <p:nvPr/>
            </p:nvSpPr>
            <p:spPr>
              <a:xfrm>
                <a:off x="2093725" y="401158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3"/>
              <p:cNvSpPr/>
              <p:nvPr/>
            </p:nvSpPr>
            <p:spPr>
              <a:xfrm>
                <a:off x="2093725" y="4182763"/>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3"/>
              <p:cNvSpPr/>
              <p:nvPr/>
            </p:nvSpPr>
            <p:spPr>
              <a:xfrm>
                <a:off x="2093725" y="4353938"/>
                <a:ext cx="110150" cy="110150"/>
              </a:xfrm>
              <a:custGeom>
                <a:avLst/>
                <a:gdLst/>
                <a:ahLst/>
                <a:cxnLst/>
                <a:rect l="l" t="t" r="r" b="b"/>
                <a:pathLst>
                  <a:path w="4406" h="4406" extrusionOk="0">
                    <a:moveTo>
                      <a:pt x="2214" y="1"/>
                    </a:moveTo>
                    <a:cubicBezTo>
                      <a:pt x="982" y="1"/>
                      <a:pt x="0" y="982"/>
                      <a:pt x="0" y="2192"/>
                    </a:cubicBezTo>
                    <a:cubicBezTo>
                      <a:pt x="0" y="3402"/>
                      <a:pt x="982" y="4406"/>
                      <a:pt x="2214" y="4406"/>
                    </a:cubicBezTo>
                    <a:cubicBezTo>
                      <a:pt x="3424" y="4406"/>
                      <a:pt x="4406" y="3402"/>
                      <a:pt x="4406" y="2192"/>
                    </a:cubicBezTo>
                    <a:cubicBezTo>
                      <a:pt x="4406" y="982"/>
                      <a:pt x="3424" y="1"/>
                      <a:pt x="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4">
  <p:cSld name="CUSTOM_47">
    <p:spTree>
      <p:nvGrpSpPr>
        <p:cNvPr id="1" name="Shape 2552"/>
        <p:cNvGrpSpPr/>
        <p:nvPr/>
      </p:nvGrpSpPr>
      <p:grpSpPr>
        <a:xfrm>
          <a:off x="0" y="0"/>
          <a:ext cx="0" cy="0"/>
          <a:chOff x="0" y="0"/>
          <a:chExt cx="0" cy="0"/>
        </a:xfrm>
      </p:grpSpPr>
      <p:grpSp>
        <p:nvGrpSpPr>
          <p:cNvPr id="2553" name="Google Shape;2553;p54"/>
          <p:cNvGrpSpPr/>
          <p:nvPr/>
        </p:nvGrpSpPr>
        <p:grpSpPr>
          <a:xfrm flipH="1">
            <a:off x="-2" y="1553553"/>
            <a:ext cx="678796" cy="2036375"/>
            <a:chOff x="8148300" y="508050"/>
            <a:chExt cx="792615" cy="2377832"/>
          </a:xfrm>
        </p:grpSpPr>
        <p:sp>
          <p:nvSpPr>
            <p:cNvPr id="2554" name="Google Shape;2554;p54"/>
            <p:cNvSpPr/>
            <p:nvPr/>
          </p:nvSpPr>
          <p:spPr>
            <a:xfrm>
              <a:off x="8148300" y="508050"/>
              <a:ext cx="792615" cy="792615"/>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4"/>
            <p:cNvSpPr/>
            <p:nvPr/>
          </p:nvSpPr>
          <p:spPr>
            <a:xfrm>
              <a:off x="8148300" y="508050"/>
              <a:ext cx="792615" cy="792615"/>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4"/>
            <p:cNvSpPr/>
            <p:nvPr/>
          </p:nvSpPr>
          <p:spPr>
            <a:xfrm>
              <a:off x="8377117" y="736867"/>
              <a:ext cx="334138" cy="334138"/>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4"/>
            <p:cNvSpPr/>
            <p:nvPr/>
          </p:nvSpPr>
          <p:spPr>
            <a:xfrm>
              <a:off x="8148300" y="1300620"/>
              <a:ext cx="792615" cy="792653"/>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4"/>
            <p:cNvSpPr/>
            <p:nvPr/>
          </p:nvSpPr>
          <p:spPr>
            <a:xfrm>
              <a:off x="8148300" y="1300620"/>
              <a:ext cx="395888" cy="395926"/>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54"/>
            <p:cNvSpPr/>
            <p:nvPr/>
          </p:nvSpPr>
          <p:spPr>
            <a:xfrm>
              <a:off x="8148300" y="1300620"/>
              <a:ext cx="792615" cy="792653"/>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54"/>
            <p:cNvSpPr/>
            <p:nvPr/>
          </p:nvSpPr>
          <p:spPr>
            <a:xfrm>
              <a:off x="8525889" y="1678247"/>
              <a:ext cx="415023" cy="415023"/>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4"/>
            <p:cNvSpPr/>
            <p:nvPr/>
          </p:nvSpPr>
          <p:spPr>
            <a:xfrm>
              <a:off x="8148300" y="2093229"/>
              <a:ext cx="792615" cy="792653"/>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4"/>
            <p:cNvSpPr/>
            <p:nvPr/>
          </p:nvSpPr>
          <p:spPr>
            <a:xfrm>
              <a:off x="8148300" y="2093229"/>
              <a:ext cx="792615" cy="792653"/>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4"/>
            <p:cNvSpPr/>
            <p:nvPr/>
          </p:nvSpPr>
          <p:spPr>
            <a:xfrm>
              <a:off x="8148300" y="2093229"/>
              <a:ext cx="792615" cy="792653"/>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4" name="Google Shape;2564;p54"/>
          <p:cNvGrpSpPr/>
          <p:nvPr/>
        </p:nvGrpSpPr>
        <p:grpSpPr>
          <a:xfrm rot="10800000">
            <a:off x="8465198" y="1553566"/>
            <a:ext cx="678796" cy="2036375"/>
            <a:chOff x="8148300" y="508050"/>
            <a:chExt cx="792615" cy="2377832"/>
          </a:xfrm>
        </p:grpSpPr>
        <p:sp>
          <p:nvSpPr>
            <p:cNvPr id="2565" name="Google Shape;2565;p54"/>
            <p:cNvSpPr/>
            <p:nvPr/>
          </p:nvSpPr>
          <p:spPr>
            <a:xfrm>
              <a:off x="8148300" y="508050"/>
              <a:ext cx="792615" cy="792615"/>
            </a:xfrm>
            <a:custGeom>
              <a:avLst/>
              <a:gdLst/>
              <a:ahLst/>
              <a:cxnLst/>
              <a:rect l="l" t="t" r="r" b="b"/>
              <a:pathLst>
                <a:path w="20794" h="20794" extrusionOk="0">
                  <a:moveTo>
                    <a:pt x="0" y="0"/>
                  </a:moveTo>
                  <a:lnTo>
                    <a:pt x="0" y="20794"/>
                  </a:lnTo>
                  <a:lnTo>
                    <a:pt x="20794" y="20794"/>
                  </a:lnTo>
                  <a:lnTo>
                    <a:pt x="207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4"/>
            <p:cNvSpPr/>
            <p:nvPr/>
          </p:nvSpPr>
          <p:spPr>
            <a:xfrm>
              <a:off x="8148300" y="508050"/>
              <a:ext cx="792615" cy="792615"/>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4"/>
            <p:cNvSpPr/>
            <p:nvPr/>
          </p:nvSpPr>
          <p:spPr>
            <a:xfrm>
              <a:off x="8377117" y="736867"/>
              <a:ext cx="334138" cy="334138"/>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4"/>
            <p:cNvSpPr/>
            <p:nvPr/>
          </p:nvSpPr>
          <p:spPr>
            <a:xfrm>
              <a:off x="8148300" y="1300620"/>
              <a:ext cx="792615" cy="792653"/>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4"/>
            <p:cNvSpPr/>
            <p:nvPr/>
          </p:nvSpPr>
          <p:spPr>
            <a:xfrm>
              <a:off x="8148300" y="1300620"/>
              <a:ext cx="395888" cy="395926"/>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4"/>
            <p:cNvSpPr/>
            <p:nvPr/>
          </p:nvSpPr>
          <p:spPr>
            <a:xfrm>
              <a:off x="8148300" y="1300620"/>
              <a:ext cx="792615" cy="792653"/>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4"/>
            <p:cNvSpPr/>
            <p:nvPr/>
          </p:nvSpPr>
          <p:spPr>
            <a:xfrm>
              <a:off x="8525889" y="1678247"/>
              <a:ext cx="415023" cy="415023"/>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4"/>
            <p:cNvSpPr/>
            <p:nvPr/>
          </p:nvSpPr>
          <p:spPr>
            <a:xfrm>
              <a:off x="8148300" y="2093229"/>
              <a:ext cx="792615" cy="792653"/>
            </a:xfrm>
            <a:custGeom>
              <a:avLst/>
              <a:gdLst/>
              <a:ahLst/>
              <a:cxnLst/>
              <a:rect l="l" t="t" r="r" b="b"/>
              <a:pathLst>
                <a:path w="20794" h="20795" extrusionOk="0">
                  <a:moveTo>
                    <a:pt x="0"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4"/>
            <p:cNvSpPr/>
            <p:nvPr/>
          </p:nvSpPr>
          <p:spPr>
            <a:xfrm>
              <a:off x="8148300" y="2093229"/>
              <a:ext cx="792615" cy="792653"/>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4"/>
            <p:cNvSpPr/>
            <p:nvPr/>
          </p:nvSpPr>
          <p:spPr>
            <a:xfrm>
              <a:off x="8148300" y="2093229"/>
              <a:ext cx="792615" cy="792653"/>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400" y="542850"/>
            <a:ext cx="7717200" cy="5727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accent1"/>
              </a:buClr>
              <a:buSzPts val="2800"/>
              <a:buFont typeface="Krona One"/>
              <a:buNone/>
              <a:defRPr sz="2800">
                <a:solidFill>
                  <a:schemeClr val="accent1"/>
                </a:solidFill>
                <a:latin typeface="Krona One"/>
                <a:ea typeface="Krona One"/>
                <a:cs typeface="Krona One"/>
                <a:sym typeface="Krona One"/>
              </a:defRPr>
            </a:lvl1pPr>
            <a:lvl2pPr lvl="1">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2pPr>
            <a:lvl3pPr lvl="2">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3pPr>
            <a:lvl4pPr lvl="3">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4pPr>
            <a:lvl5pPr lvl="4">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5pPr>
            <a:lvl6pPr lvl="5">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6pPr>
            <a:lvl7pPr lvl="6">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7pPr>
            <a:lvl8pPr lvl="7">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8pPr>
            <a:lvl9pPr lvl="8">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9pPr>
          </a:lstStyle>
          <a:p>
            <a:endParaRPr/>
          </a:p>
        </p:txBody>
      </p:sp>
      <p:sp>
        <p:nvSpPr>
          <p:cNvPr id="7" name="Google Shape;7;p1"/>
          <p:cNvSpPr txBox="1">
            <a:spLocks noGrp="1"/>
          </p:cNvSpPr>
          <p:nvPr>
            <p:ph type="body" idx="1"/>
          </p:nvPr>
        </p:nvSpPr>
        <p:spPr>
          <a:xfrm>
            <a:off x="713400" y="1512450"/>
            <a:ext cx="7717200" cy="305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Exo"/>
              <a:buChar char="●"/>
              <a:defRPr sz="1800">
                <a:solidFill>
                  <a:schemeClr val="dk2"/>
                </a:solidFill>
                <a:latin typeface="Exo"/>
                <a:ea typeface="Exo"/>
                <a:cs typeface="Exo"/>
                <a:sym typeface="Exo"/>
              </a:defRPr>
            </a:lvl1pPr>
            <a:lvl2pPr marL="914400" lvl="1" indent="-317500">
              <a:lnSpc>
                <a:spcPct val="100000"/>
              </a:lnSpc>
              <a:spcBef>
                <a:spcPts val="0"/>
              </a:spcBef>
              <a:spcAft>
                <a:spcPts val="0"/>
              </a:spcAft>
              <a:buClr>
                <a:schemeClr val="dk2"/>
              </a:buClr>
              <a:buSzPts val="1400"/>
              <a:buFont typeface="Exo"/>
              <a:buChar char="○"/>
              <a:defRPr>
                <a:solidFill>
                  <a:schemeClr val="dk2"/>
                </a:solidFill>
                <a:latin typeface="Exo"/>
                <a:ea typeface="Exo"/>
                <a:cs typeface="Exo"/>
                <a:sym typeface="Exo"/>
              </a:defRPr>
            </a:lvl2pPr>
            <a:lvl3pPr marL="1371600" lvl="2" indent="-317500">
              <a:lnSpc>
                <a:spcPct val="100000"/>
              </a:lnSpc>
              <a:spcBef>
                <a:spcPts val="0"/>
              </a:spcBef>
              <a:spcAft>
                <a:spcPts val="0"/>
              </a:spcAft>
              <a:buClr>
                <a:schemeClr val="dk2"/>
              </a:buClr>
              <a:buSzPts val="1400"/>
              <a:buFont typeface="Exo"/>
              <a:buChar char="■"/>
              <a:defRPr>
                <a:solidFill>
                  <a:schemeClr val="dk2"/>
                </a:solidFill>
                <a:latin typeface="Exo"/>
                <a:ea typeface="Exo"/>
                <a:cs typeface="Exo"/>
                <a:sym typeface="Exo"/>
              </a:defRPr>
            </a:lvl3pPr>
            <a:lvl4pPr marL="1828800" lvl="3" indent="-317500">
              <a:lnSpc>
                <a:spcPct val="100000"/>
              </a:lnSpc>
              <a:spcBef>
                <a:spcPts val="0"/>
              </a:spcBef>
              <a:spcAft>
                <a:spcPts val="0"/>
              </a:spcAft>
              <a:buClr>
                <a:schemeClr val="dk2"/>
              </a:buClr>
              <a:buSzPts val="1400"/>
              <a:buFont typeface="Exo"/>
              <a:buChar char="●"/>
              <a:defRPr>
                <a:solidFill>
                  <a:schemeClr val="dk2"/>
                </a:solidFill>
                <a:latin typeface="Exo"/>
                <a:ea typeface="Exo"/>
                <a:cs typeface="Exo"/>
                <a:sym typeface="Exo"/>
              </a:defRPr>
            </a:lvl4pPr>
            <a:lvl5pPr marL="2286000" lvl="4" indent="-317500">
              <a:lnSpc>
                <a:spcPct val="100000"/>
              </a:lnSpc>
              <a:spcBef>
                <a:spcPts val="0"/>
              </a:spcBef>
              <a:spcAft>
                <a:spcPts val="0"/>
              </a:spcAft>
              <a:buClr>
                <a:schemeClr val="dk2"/>
              </a:buClr>
              <a:buSzPts val="1400"/>
              <a:buFont typeface="Exo"/>
              <a:buChar char="○"/>
              <a:defRPr>
                <a:solidFill>
                  <a:schemeClr val="dk2"/>
                </a:solidFill>
                <a:latin typeface="Exo"/>
                <a:ea typeface="Exo"/>
                <a:cs typeface="Exo"/>
                <a:sym typeface="Exo"/>
              </a:defRPr>
            </a:lvl5pPr>
            <a:lvl6pPr marL="2743200" lvl="5" indent="-317500">
              <a:lnSpc>
                <a:spcPct val="100000"/>
              </a:lnSpc>
              <a:spcBef>
                <a:spcPts val="0"/>
              </a:spcBef>
              <a:spcAft>
                <a:spcPts val="0"/>
              </a:spcAft>
              <a:buClr>
                <a:schemeClr val="dk2"/>
              </a:buClr>
              <a:buSzPts val="1400"/>
              <a:buFont typeface="Exo"/>
              <a:buChar char="■"/>
              <a:defRPr>
                <a:solidFill>
                  <a:schemeClr val="dk2"/>
                </a:solidFill>
                <a:latin typeface="Exo"/>
                <a:ea typeface="Exo"/>
                <a:cs typeface="Exo"/>
                <a:sym typeface="Exo"/>
              </a:defRPr>
            </a:lvl6pPr>
            <a:lvl7pPr marL="3200400" lvl="6" indent="-317500">
              <a:lnSpc>
                <a:spcPct val="100000"/>
              </a:lnSpc>
              <a:spcBef>
                <a:spcPts val="0"/>
              </a:spcBef>
              <a:spcAft>
                <a:spcPts val="0"/>
              </a:spcAft>
              <a:buClr>
                <a:schemeClr val="dk2"/>
              </a:buClr>
              <a:buSzPts val="1400"/>
              <a:buFont typeface="Exo"/>
              <a:buChar char="●"/>
              <a:defRPr>
                <a:solidFill>
                  <a:schemeClr val="dk2"/>
                </a:solidFill>
                <a:latin typeface="Exo"/>
                <a:ea typeface="Exo"/>
                <a:cs typeface="Exo"/>
                <a:sym typeface="Exo"/>
              </a:defRPr>
            </a:lvl7pPr>
            <a:lvl8pPr marL="3657600" lvl="7" indent="-317500">
              <a:lnSpc>
                <a:spcPct val="100000"/>
              </a:lnSpc>
              <a:spcBef>
                <a:spcPts val="0"/>
              </a:spcBef>
              <a:spcAft>
                <a:spcPts val="0"/>
              </a:spcAft>
              <a:buClr>
                <a:schemeClr val="dk2"/>
              </a:buClr>
              <a:buSzPts val="1400"/>
              <a:buFont typeface="Exo"/>
              <a:buChar char="○"/>
              <a:defRPr>
                <a:solidFill>
                  <a:schemeClr val="dk2"/>
                </a:solidFill>
                <a:latin typeface="Exo"/>
                <a:ea typeface="Exo"/>
                <a:cs typeface="Exo"/>
                <a:sym typeface="Exo"/>
              </a:defRPr>
            </a:lvl8pPr>
            <a:lvl9pPr marL="4114800" lvl="8" indent="-317500">
              <a:lnSpc>
                <a:spcPct val="100000"/>
              </a:lnSpc>
              <a:spcBef>
                <a:spcPts val="0"/>
              </a:spcBef>
              <a:spcAft>
                <a:spcPts val="0"/>
              </a:spcAft>
              <a:buClr>
                <a:schemeClr val="dk2"/>
              </a:buClr>
              <a:buSzPts val="1400"/>
              <a:buFont typeface="Exo"/>
              <a:buChar char="■"/>
              <a:defRPr>
                <a:solidFill>
                  <a:schemeClr val="dk2"/>
                </a:solidFill>
                <a:latin typeface="Exo"/>
                <a:ea typeface="Exo"/>
                <a:cs typeface="Exo"/>
                <a:sym typeface="Ex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8" r:id="rId6"/>
    <p:sldLayoutId id="2147483660" r:id="rId7"/>
    <p:sldLayoutId id="2147483669" r:id="rId8"/>
    <p:sldLayoutId id="2147483685" r:id="rId9"/>
    <p:sldLayoutId id="2147483695" r:id="rId10"/>
    <p:sldLayoutId id="2147483697" r:id="rId11"/>
    <p:sldLayoutId id="2147483698" r:id="rId12"/>
    <p:sldLayoutId id="2147483699" r:id="rId13"/>
    <p:sldLayoutId id="2147483700"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82"/>
        <p:cNvGrpSpPr/>
        <p:nvPr/>
      </p:nvGrpSpPr>
      <p:grpSpPr>
        <a:xfrm>
          <a:off x="0" y="0"/>
          <a:ext cx="0" cy="0"/>
          <a:chOff x="0" y="0"/>
          <a:chExt cx="0" cy="0"/>
        </a:xfrm>
      </p:grpSpPr>
      <p:sp>
        <p:nvSpPr>
          <p:cNvPr id="2583" name="Google Shape;2583;p57"/>
          <p:cNvSpPr txBox="1">
            <a:spLocks noGrp="1"/>
          </p:cNvSpPr>
          <p:nvPr>
            <p:ph type="subTitle" idx="1"/>
          </p:nvPr>
        </p:nvSpPr>
        <p:spPr>
          <a:xfrm>
            <a:off x="1432379" y="2749113"/>
            <a:ext cx="6146995" cy="1415955"/>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b="1" dirty="0"/>
              <a:t>ESTUDIANTE</a:t>
            </a:r>
            <a:r>
              <a:rPr lang="en" dirty="0"/>
              <a:t>: Edwin Alejandro Fernandez Bustamante</a:t>
            </a:r>
          </a:p>
          <a:p>
            <a:pPr marL="6350" marR="1270" indent="-6350" algn="ctr">
              <a:lnSpc>
                <a:spcPts val="1200"/>
              </a:lnSpc>
              <a:spcAft>
                <a:spcPts val="40"/>
              </a:spcAft>
            </a:pPr>
            <a:endParaRPr lang="en" sz="1400" dirty="0">
              <a:ea typeface="Arial" panose="020B0604020202020204" pitchFamily="34" charset="0"/>
            </a:endParaRPr>
          </a:p>
          <a:p>
            <a:pPr marL="6350" marR="1270" indent="-6350" algn="ctr">
              <a:lnSpc>
                <a:spcPts val="1200"/>
              </a:lnSpc>
              <a:spcAft>
                <a:spcPts val="40"/>
              </a:spcAft>
            </a:pPr>
            <a:endParaRPr lang="en" sz="1400" dirty="0">
              <a:solidFill>
                <a:srgbClr val="000000"/>
              </a:solidFill>
              <a:effectLst/>
              <a:latin typeface="Arial" panose="020B0604020202020204" pitchFamily="34" charset="0"/>
              <a:ea typeface="Arial" panose="020B0604020202020204" pitchFamily="34" charset="0"/>
            </a:endParaRPr>
          </a:p>
          <a:p>
            <a:pPr marL="6350" marR="1270" indent="-6350" algn="ctr">
              <a:lnSpc>
                <a:spcPts val="1200"/>
              </a:lnSpc>
              <a:spcAft>
                <a:spcPts val="40"/>
              </a:spcAft>
            </a:pPr>
            <a:r>
              <a:rPr lang="es-BO" sz="1400" dirty="0">
                <a:solidFill>
                  <a:srgbClr val="000000"/>
                </a:solidFill>
                <a:effectLst/>
                <a:latin typeface="Arial" panose="020B0604020202020204" pitchFamily="34" charset="0"/>
                <a:ea typeface="Arial" panose="020B0604020202020204" pitchFamily="34" charset="0"/>
              </a:rPr>
              <a:t>PROYECTO DE EMPRENDIMIENTO PRODUCTIVO</a:t>
            </a:r>
          </a:p>
          <a:p>
            <a:pPr marL="6350" marR="1270" indent="-6350" algn="ctr">
              <a:lnSpc>
                <a:spcPts val="1200"/>
              </a:lnSpc>
              <a:spcAft>
                <a:spcPts val="40"/>
              </a:spcAft>
            </a:pPr>
            <a:r>
              <a:rPr lang="es-BO" sz="1400" dirty="0">
                <a:solidFill>
                  <a:srgbClr val="000000"/>
                </a:solidFill>
                <a:effectLst/>
                <a:latin typeface="Arial" panose="020B0604020202020204" pitchFamily="34" charset="0"/>
                <a:ea typeface="Arial" panose="020B0604020202020204" pitchFamily="34" charset="0"/>
              </a:rPr>
              <a:t> PRESENTADO PARA OPTAR EL GRADO</a:t>
            </a:r>
          </a:p>
          <a:p>
            <a:pPr marL="6350" marR="1270" indent="-6350" algn="ctr">
              <a:lnSpc>
                <a:spcPts val="1200"/>
              </a:lnSpc>
              <a:spcAft>
                <a:spcPts val="40"/>
              </a:spcAft>
            </a:pPr>
            <a:r>
              <a:rPr lang="es-BO" sz="1400" dirty="0">
                <a:solidFill>
                  <a:srgbClr val="000000"/>
                </a:solidFill>
                <a:effectLst/>
                <a:latin typeface="Arial" panose="020B0604020202020204" pitchFamily="34" charset="0"/>
                <a:ea typeface="Arial" panose="020B0604020202020204" pitchFamily="34" charset="0"/>
              </a:rPr>
              <a:t>ACADÉMICO DE TÉCNICO</a:t>
            </a:r>
          </a:p>
          <a:p>
            <a:pPr marL="6350" marR="1270" indent="-6350" algn="ctr">
              <a:lnSpc>
                <a:spcPts val="1200"/>
              </a:lnSpc>
              <a:spcAft>
                <a:spcPts val="40"/>
              </a:spcAft>
            </a:pPr>
            <a:r>
              <a:rPr lang="es-BO" sz="1400" dirty="0">
                <a:solidFill>
                  <a:srgbClr val="000000"/>
                </a:solidFill>
                <a:effectLst/>
                <a:latin typeface="Arial" panose="020B0604020202020204" pitchFamily="34" charset="0"/>
                <a:ea typeface="Arial" panose="020B0604020202020204" pitchFamily="34" charset="0"/>
              </a:rPr>
              <a:t> MEDIO EN SISTEMAS INFORMÁTICOS</a:t>
            </a:r>
          </a:p>
          <a:p>
            <a:pPr marL="0" lvl="0" indent="0" algn="ctr" rtl="0">
              <a:spcBef>
                <a:spcPts val="0"/>
              </a:spcBef>
              <a:spcAft>
                <a:spcPts val="1200"/>
              </a:spcAft>
              <a:buNone/>
            </a:pPr>
            <a:endParaRPr dirty="0"/>
          </a:p>
        </p:txBody>
      </p:sp>
      <p:sp>
        <p:nvSpPr>
          <p:cNvPr id="2584" name="Google Shape;2584;p57"/>
          <p:cNvSpPr txBox="1">
            <a:spLocks noGrp="1"/>
          </p:cNvSpPr>
          <p:nvPr>
            <p:ph type="title"/>
          </p:nvPr>
        </p:nvSpPr>
        <p:spPr>
          <a:xfrm>
            <a:off x="1594257" y="291511"/>
            <a:ext cx="5292693" cy="205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400" b="1" dirty="0"/>
              <a:t>PAGINA WEB PARA LA PROMOCION Y COMERCIALIZACION DE MUEBLES DE MELAMINA DEL ESTUDIO MOBILIARIO TOMATI</a:t>
            </a:r>
            <a:endParaRPr sz="2400" dirty="0"/>
          </a:p>
        </p:txBody>
      </p:sp>
      <p:cxnSp>
        <p:nvCxnSpPr>
          <p:cNvPr id="2585" name="Google Shape;2585;p57"/>
          <p:cNvCxnSpPr/>
          <p:nvPr/>
        </p:nvCxnSpPr>
        <p:spPr>
          <a:xfrm>
            <a:off x="1504750" y="7750"/>
            <a:ext cx="0" cy="2825700"/>
          </a:xfrm>
          <a:prstGeom prst="straightConnector1">
            <a:avLst/>
          </a:prstGeom>
          <a:noFill/>
          <a:ln w="19050" cap="flat" cmpd="sng">
            <a:solidFill>
              <a:schemeClr val="dk2"/>
            </a:solidFill>
            <a:prstDash val="solid"/>
            <a:round/>
            <a:headEnd type="none" w="med" len="med"/>
            <a:tailEnd type="none" w="med" len="med"/>
          </a:ln>
        </p:spPr>
      </p:cxnSp>
      <p:cxnSp>
        <p:nvCxnSpPr>
          <p:cNvPr id="2586" name="Google Shape;2586;p57"/>
          <p:cNvCxnSpPr/>
          <p:nvPr/>
        </p:nvCxnSpPr>
        <p:spPr>
          <a:xfrm>
            <a:off x="7635550" y="579300"/>
            <a:ext cx="0" cy="2825700"/>
          </a:xfrm>
          <a:prstGeom prst="straightConnector1">
            <a:avLst/>
          </a:prstGeom>
          <a:noFill/>
          <a:ln w="19050" cap="flat" cmpd="sng">
            <a:solidFill>
              <a:schemeClr val="dk2"/>
            </a:solidFill>
            <a:prstDash val="solid"/>
            <a:round/>
            <a:headEnd type="none" w="med" len="med"/>
            <a:tailEnd type="none" w="med" len="med"/>
          </a:ln>
        </p:spPr>
      </p:cxnSp>
      <p:cxnSp>
        <p:nvCxnSpPr>
          <p:cNvPr id="2587" name="Google Shape;2587;p57"/>
          <p:cNvCxnSpPr/>
          <p:nvPr/>
        </p:nvCxnSpPr>
        <p:spPr>
          <a:xfrm rot="10800000">
            <a:off x="1504750" y="172928"/>
            <a:ext cx="6130800" cy="0"/>
          </a:xfrm>
          <a:prstGeom prst="straightConnector1">
            <a:avLst/>
          </a:prstGeom>
          <a:noFill/>
          <a:ln w="28575" cap="flat" cmpd="sng">
            <a:solidFill>
              <a:schemeClr val="dk2"/>
            </a:solidFill>
            <a:prstDash val="dot"/>
            <a:round/>
            <a:headEnd type="none" w="med" len="med"/>
            <a:tailEnd type="none" w="med" len="med"/>
          </a:ln>
        </p:spPr>
      </p:cxnSp>
      <p:cxnSp>
        <p:nvCxnSpPr>
          <p:cNvPr id="2588" name="Google Shape;2588;p57"/>
          <p:cNvCxnSpPr/>
          <p:nvPr/>
        </p:nvCxnSpPr>
        <p:spPr>
          <a:xfrm rot="10800000">
            <a:off x="1417428" y="4619111"/>
            <a:ext cx="6147000" cy="0"/>
          </a:xfrm>
          <a:prstGeom prst="straightConnector1">
            <a:avLst/>
          </a:prstGeom>
          <a:noFill/>
          <a:ln w="28575" cap="flat" cmpd="sng">
            <a:solidFill>
              <a:schemeClr val="dk2"/>
            </a:solidFill>
            <a:prstDash val="dot"/>
            <a:round/>
            <a:headEnd type="none" w="med" len="med"/>
            <a:tailEnd type="none" w="med" len="med"/>
          </a:ln>
        </p:spPr>
      </p:cxnSp>
      <p:grpSp>
        <p:nvGrpSpPr>
          <p:cNvPr id="2589" name="Google Shape;2589;p57"/>
          <p:cNvGrpSpPr/>
          <p:nvPr/>
        </p:nvGrpSpPr>
        <p:grpSpPr>
          <a:xfrm>
            <a:off x="1348678" y="4050620"/>
            <a:ext cx="312143" cy="474320"/>
            <a:chOff x="2542150" y="4511200"/>
            <a:chExt cx="775125" cy="1177850"/>
          </a:xfrm>
        </p:grpSpPr>
        <p:sp>
          <p:nvSpPr>
            <p:cNvPr id="2590" name="Google Shape;2590;p57"/>
            <p:cNvSpPr/>
            <p:nvPr/>
          </p:nvSpPr>
          <p:spPr>
            <a:xfrm>
              <a:off x="2542150" y="4511200"/>
              <a:ext cx="775125" cy="809300"/>
            </a:xfrm>
            <a:custGeom>
              <a:avLst/>
              <a:gdLst/>
              <a:ahLst/>
              <a:cxnLst/>
              <a:rect l="l" t="t" r="r" b="b"/>
              <a:pathLst>
                <a:path w="31005" h="32372" extrusionOk="0">
                  <a:moveTo>
                    <a:pt x="15503" y="1"/>
                  </a:moveTo>
                  <a:cubicBezTo>
                    <a:pt x="12402" y="1"/>
                    <a:pt x="9849" y="2007"/>
                    <a:pt x="8907" y="4773"/>
                  </a:cubicBezTo>
                  <a:cubicBezTo>
                    <a:pt x="8434" y="4671"/>
                    <a:pt x="7956" y="4621"/>
                    <a:pt x="7480" y="4621"/>
                  </a:cubicBezTo>
                  <a:cubicBezTo>
                    <a:pt x="5106" y="4621"/>
                    <a:pt x="2786" y="5858"/>
                    <a:pt x="1521" y="8086"/>
                  </a:cubicBezTo>
                  <a:cubicBezTo>
                    <a:pt x="1" y="10730"/>
                    <a:pt x="396" y="14013"/>
                    <a:pt x="2341" y="16171"/>
                  </a:cubicBezTo>
                  <a:cubicBezTo>
                    <a:pt x="396" y="18329"/>
                    <a:pt x="1" y="21612"/>
                    <a:pt x="1521" y="24256"/>
                  </a:cubicBezTo>
                  <a:cubicBezTo>
                    <a:pt x="2786" y="26484"/>
                    <a:pt x="5106" y="27721"/>
                    <a:pt x="7480" y="27721"/>
                  </a:cubicBezTo>
                  <a:cubicBezTo>
                    <a:pt x="7956" y="27721"/>
                    <a:pt x="8434" y="27671"/>
                    <a:pt x="8907" y="27569"/>
                  </a:cubicBezTo>
                  <a:cubicBezTo>
                    <a:pt x="9819" y="30335"/>
                    <a:pt x="12402" y="32372"/>
                    <a:pt x="15503" y="32372"/>
                  </a:cubicBezTo>
                  <a:cubicBezTo>
                    <a:pt x="18573" y="32372"/>
                    <a:pt x="21156" y="30335"/>
                    <a:pt x="22068" y="27569"/>
                  </a:cubicBezTo>
                  <a:cubicBezTo>
                    <a:pt x="22546" y="27671"/>
                    <a:pt x="23028" y="27721"/>
                    <a:pt x="23508" y="27721"/>
                  </a:cubicBezTo>
                  <a:cubicBezTo>
                    <a:pt x="25899" y="27721"/>
                    <a:pt x="28219" y="26484"/>
                    <a:pt x="29485" y="24256"/>
                  </a:cubicBezTo>
                  <a:cubicBezTo>
                    <a:pt x="31004" y="21612"/>
                    <a:pt x="30579" y="18329"/>
                    <a:pt x="28634" y="16171"/>
                  </a:cubicBezTo>
                  <a:cubicBezTo>
                    <a:pt x="30579" y="14013"/>
                    <a:pt x="31004" y="10730"/>
                    <a:pt x="29485" y="8086"/>
                  </a:cubicBezTo>
                  <a:cubicBezTo>
                    <a:pt x="28219" y="5858"/>
                    <a:pt x="25899" y="4621"/>
                    <a:pt x="23508" y="4621"/>
                  </a:cubicBezTo>
                  <a:cubicBezTo>
                    <a:pt x="23028" y="4621"/>
                    <a:pt x="22546" y="4671"/>
                    <a:pt x="22068" y="4773"/>
                  </a:cubicBezTo>
                  <a:cubicBezTo>
                    <a:pt x="21156" y="2007"/>
                    <a:pt x="18573" y="1"/>
                    <a:pt x="155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57"/>
            <p:cNvSpPr/>
            <p:nvPr/>
          </p:nvSpPr>
          <p:spPr>
            <a:xfrm>
              <a:off x="2645500" y="4656600"/>
              <a:ext cx="566900" cy="516975"/>
            </a:xfrm>
            <a:custGeom>
              <a:avLst/>
              <a:gdLst/>
              <a:ahLst/>
              <a:cxnLst/>
              <a:rect l="l" t="t" r="r" b="b"/>
              <a:pathLst>
                <a:path w="22676" h="20679" extrusionOk="0">
                  <a:moveTo>
                    <a:pt x="11307" y="1"/>
                  </a:moveTo>
                  <a:cubicBezTo>
                    <a:pt x="6597" y="1"/>
                    <a:pt x="2346" y="3257"/>
                    <a:pt x="1247" y="8045"/>
                  </a:cubicBezTo>
                  <a:cubicBezTo>
                    <a:pt x="1" y="13607"/>
                    <a:pt x="3466" y="19139"/>
                    <a:pt x="9028" y="20416"/>
                  </a:cubicBezTo>
                  <a:cubicBezTo>
                    <a:pt x="9803" y="20594"/>
                    <a:pt x="10577" y="20679"/>
                    <a:pt x="11340" y="20679"/>
                  </a:cubicBezTo>
                  <a:cubicBezTo>
                    <a:pt x="16056" y="20679"/>
                    <a:pt x="20327" y="17422"/>
                    <a:pt x="21399" y="12635"/>
                  </a:cubicBezTo>
                  <a:cubicBezTo>
                    <a:pt x="22676" y="7072"/>
                    <a:pt x="19180" y="1540"/>
                    <a:pt x="13618" y="264"/>
                  </a:cubicBezTo>
                  <a:cubicBezTo>
                    <a:pt x="12843" y="86"/>
                    <a:pt x="12069" y="1"/>
                    <a:pt x="11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57"/>
            <p:cNvSpPr/>
            <p:nvPr/>
          </p:nvSpPr>
          <p:spPr>
            <a:xfrm>
              <a:off x="2764800" y="4770850"/>
              <a:ext cx="328300" cy="288825"/>
            </a:xfrm>
            <a:custGeom>
              <a:avLst/>
              <a:gdLst/>
              <a:ahLst/>
              <a:cxnLst/>
              <a:rect l="l" t="t" r="r" b="b"/>
              <a:pathLst>
                <a:path w="13132" h="11553" extrusionOk="0">
                  <a:moveTo>
                    <a:pt x="6554" y="0"/>
                  </a:moveTo>
                  <a:cubicBezTo>
                    <a:pt x="5796" y="0"/>
                    <a:pt x="5026" y="150"/>
                    <a:pt x="4287" y="466"/>
                  </a:cubicBezTo>
                  <a:cubicBezTo>
                    <a:pt x="1338" y="1742"/>
                    <a:pt x="1" y="5116"/>
                    <a:pt x="1247" y="8065"/>
                  </a:cubicBezTo>
                  <a:cubicBezTo>
                    <a:pt x="2198" y="10239"/>
                    <a:pt x="4314" y="11553"/>
                    <a:pt x="6551" y="11553"/>
                  </a:cubicBezTo>
                  <a:cubicBezTo>
                    <a:pt x="7316" y="11553"/>
                    <a:pt x="8095" y="11399"/>
                    <a:pt x="8846" y="11074"/>
                  </a:cubicBezTo>
                  <a:cubicBezTo>
                    <a:pt x="11764" y="9828"/>
                    <a:pt x="13132" y="6423"/>
                    <a:pt x="11855" y="3505"/>
                  </a:cubicBezTo>
                  <a:cubicBezTo>
                    <a:pt x="10924" y="1304"/>
                    <a:pt x="8790" y="0"/>
                    <a:pt x="65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57"/>
            <p:cNvSpPr/>
            <p:nvPr/>
          </p:nvSpPr>
          <p:spPr>
            <a:xfrm>
              <a:off x="2565725" y="5320475"/>
              <a:ext cx="368550" cy="368575"/>
            </a:xfrm>
            <a:custGeom>
              <a:avLst/>
              <a:gdLst/>
              <a:ahLst/>
              <a:cxnLst/>
              <a:rect l="l" t="t" r="r" b="b"/>
              <a:pathLst>
                <a:path w="14742" h="14743" extrusionOk="0">
                  <a:moveTo>
                    <a:pt x="0" y="1"/>
                  </a:moveTo>
                  <a:cubicBezTo>
                    <a:pt x="0" y="8116"/>
                    <a:pt x="6626" y="14743"/>
                    <a:pt x="14742" y="14743"/>
                  </a:cubicBezTo>
                  <a:cubicBezTo>
                    <a:pt x="14712" y="6566"/>
                    <a:pt x="814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57"/>
            <p:cNvSpPr/>
            <p:nvPr/>
          </p:nvSpPr>
          <p:spPr>
            <a:xfrm>
              <a:off x="2933500" y="5318975"/>
              <a:ext cx="368575" cy="368550"/>
            </a:xfrm>
            <a:custGeom>
              <a:avLst/>
              <a:gdLst/>
              <a:ahLst/>
              <a:cxnLst/>
              <a:rect l="l" t="t" r="r" b="b"/>
              <a:pathLst>
                <a:path w="14743" h="14742" extrusionOk="0">
                  <a:moveTo>
                    <a:pt x="14743" y="0"/>
                  </a:moveTo>
                  <a:cubicBezTo>
                    <a:pt x="6596" y="61"/>
                    <a:pt x="1" y="6626"/>
                    <a:pt x="1" y="14742"/>
                  </a:cubicBezTo>
                  <a:lnTo>
                    <a:pt x="1" y="14742"/>
                  </a:lnTo>
                  <a:cubicBezTo>
                    <a:pt x="8116" y="14742"/>
                    <a:pt x="14743" y="8146"/>
                    <a:pt x="147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5" name="Google Shape;2595;p57"/>
          <p:cNvGrpSpPr/>
          <p:nvPr/>
        </p:nvGrpSpPr>
        <p:grpSpPr>
          <a:xfrm>
            <a:off x="7427498" y="4047509"/>
            <a:ext cx="326205" cy="474934"/>
            <a:chOff x="3648581" y="4509675"/>
            <a:chExt cx="810044" cy="1179375"/>
          </a:xfrm>
        </p:grpSpPr>
        <p:sp>
          <p:nvSpPr>
            <p:cNvPr id="2596" name="Google Shape;2596;p57"/>
            <p:cNvSpPr/>
            <p:nvPr/>
          </p:nvSpPr>
          <p:spPr>
            <a:xfrm>
              <a:off x="3685800" y="5320475"/>
              <a:ext cx="368575" cy="368575"/>
            </a:xfrm>
            <a:custGeom>
              <a:avLst/>
              <a:gdLst/>
              <a:ahLst/>
              <a:cxnLst/>
              <a:rect l="l" t="t" r="r" b="b"/>
              <a:pathLst>
                <a:path w="14743" h="14743" extrusionOk="0">
                  <a:moveTo>
                    <a:pt x="0" y="1"/>
                  </a:moveTo>
                  <a:cubicBezTo>
                    <a:pt x="0" y="8116"/>
                    <a:pt x="6596" y="14743"/>
                    <a:pt x="14742" y="14743"/>
                  </a:cubicBezTo>
                  <a:cubicBezTo>
                    <a:pt x="14742" y="6566"/>
                    <a:pt x="8116"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57"/>
            <p:cNvSpPr/>
            <p:nvPr/>
          </p:nvSpPr>
          <p:spPr>
            <a:xfrm>
              <a:off x="4054350" y="5318975"/>
              <a:ext cx="368575" cy="368550"/>
            </a:xfrm>
            <a:custGeom>
              <a:avLst/>
              <a:gdLst/>
              <a:ahLst/>
              <a:cxnLst/>
              <a:rect l="l" t="t" r="r" b="b"/>
              <a:pathLst>
                <a:path w="14743" h="14742" extrusionOk="0">
                  <a:moveTo>
                    <a:pt x="14742" y="0"/>
                  </a:moveTo>
                  <a:lnTo>
                    <a:pt x="14742" y="0"/>
                  </a:lnTo>
                  <a:cubicBezTo>
                    <a:pt x="6566" y="61"/>
                    <a:pt x="0" y="6626"/>
                    <a:pt x="0" y="14742"/>
                  </a:cubicBezTo>
                  <a:cubicBezTo>
                    <a:pt x="8116" y="14742"/>
                    <a:pt x="14742" y="8146"/>
                    <a:pt x="14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57"/>
            <p:cNvSpPr/>
            <p:nvPr/>
          </p:nvSpPr>
          <p:spPr>
            <a:xfrm>
              <a:off x="3852225" y="4509675"/>
              <a:ext cx="404275" cy="202925"/>
            </a:xfrm>
            <a:custGeom>
              <a:avLst/>
              <a:gdLst/>
              <a:ahLst/>
              <a:cxnLst/>
              <a:rect l="l" t="t" r="r" b="b"/>
              <a:pathLst>
                <a:path w="16171" h="8117" extrusionOk="0">
                  <a:moveTo>
                    <a:pt x="8085" y="1"/>
                  </a:moveTo>
                  <a:cubicBezTo>
                    <a:pt x="3587" y="1"/>
                    <a:pt x="0" y="3618"/>
                    <a:pt x="0" y="8116"/>
                  </a:cubicBezTo>
                  <a:lnTo>
                    <a:pt x="16171" y="8116"/>
                  </a:lnTo>
                  <a:cubicBezTo>
                    <a:pt x="16171" y="3618"/>
                    <a:pt x="12523" y="1"/>
                    <a:pt x="80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57"/>
            <p:cNvSpPr/>
            <p:nvPr/>
          </p:nvSpPr>
          <p:spPr>
            <a:xfrm>
              <a:off x="3850716" y="5116829"/>
              <a:ext cx="405759" cy="203691"/>
            </a:xfrm>
            <a:custGeom>
              <a:avLst/>
              <a:gdLst/>
              <a:ahLst/>
              <a:cxnLst/>
              <a:rect l="l" t="t" r="r" b="b"/>
              <a:pathLst>
                <a:path w="16232" h="8116" extrusionOk="0">
                  <a:moveTo>
                    <a:pt x="61" y="0"/>
                  </a:moveTo>
                  <a:cubicBezTo>
                    <a:pt x="0" y="4468"/>
                    <a:pt x="3648" y="8116"/>
                    <a:pt x="8146" y="8116"/>
                  </a:cubicBezTo>
                  <a:cubicBezTo>
                    <a:pt x="12614" y="8116"/>
                    <a:pt x="16232" y="4499"/>
                    <a:pt x="16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57"/>
            <p:cNvSpPr/>
            <p:nvPr/>
          </p:nvSpPr>
          <p:spPr>
            <a:xfrm>
              <a:off x="3648581" y="4712557"/>
              <a:ext cx="203691" cy="404275"/>
            </a:xfrm>
            <a:custGeom>
              <a:avLst/>
              <a:gdLst/>
              <a:ahLst/>
              <a:cxnLst/>
              <a:rect l="l" t="t" r="r" b="b"/>
              <a:pathLst>
                <a:path w="8087" h="16171" extrusionOk="0">
                  <a:moveTo>
                    <a:pt x="8086" y="0"/>
                  </a:moveTo>
                  <a:cubicBezTo>
                    <a:pt x="3648" y="0"/>
                    <a:pt x="1" y="3587"/>
                    <a:pt x="1" y="8086"/>
                  </a:cubicBezTo>
                  <a:cubicBezTo>
                    <a:pt x="1" y="12554"/>
                    <a:pt x="3618" y="16171"/>
                    <a:pt x="8086" y="16171"/>
                  </a:cubicBezTo>
                  <a:lnTo>
                    <a:pt x="80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57"/>
            <p:cNvSpPr/>
            <p:nvPr/>
          </p:nvSpPr>
          <p:spPr>
            <a:xfrm>
              <a:off x="4256475" y="4712575"/>
              <a:ext cx="202150" cy="404275"/>
            </a:xfrm>
            <a:custGeom>
              <a:avLst/>
              <a:gdLst/>
              <a:ahLst/>
              <a:cxnLst/>
              <a:rect l="l" t="t" r="r" b="b"/>
              <a:pathLst>
                <a:path w="8086" h="16171" extrusionOk="0">
                  <a:moveTo>
                    <a:pt x="1" y="0"/>
                  </a:moveTo>
                  <a:lnTo>
                    <a:pt x="1" y="16171"/>
                  </a:lnTo>
                  <a:cubicBezTo>
                    <a:pt x="4499" y="16171"/>
                    <a:pt x="8086" y="12554"/>
                    <a:pt x="8086" y="8086"/>
                  </a:cubicBezTo>
                  <a:cubicBezTo>
                    <a:pt x="8086" y="3587"/>
                    <a:pt x="4499"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57"/>
            <p:cNvSpPr/>
            <p:nvPr/>
          </p:nvSpPr>
          <p:spPr>
            <a:xfrm>
              <a:off x="3844134" y="4712557"/>
              <a:ext cx="412361" cy="202190"/>
            </a:xfrm>
            <a:custGeom>
              <a:avLst/>
              <a:gdLst/>
              <a:ahLst/>
              <a:cxnLst/>
              <a:rect l="l" t="t" r="r" b="b"/>
              <a:pathLst>
                <a:path w="16171" h="8086" extrusionOk="0">
                  <a:moveTo>
                    <a:pt x="0" y="0"/>
                  </a:moveTo>
                  <a:cubicBezTo>
                    <a:pt x="4438" y="0"/>
                    <a:pt x="8085" y="3587"/>
                    <a:pt x="8085" y="8086"/>
                  </a:cubicBezTo>
                  <a:cubicBezTo>
                    <a:pt x="8085" y="3587"/>
                    <a:pt x="11702" y="0"/>
                    <a:pt x="161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57"/>
            <p:cNvSpPr/>
            <p:nvPr/>
          </p:nvSpPr>
          <p:spPr>
            <a:xfrm>
              <a:off x="3852225" y="4914700"/>
              <a:ext cx="404275" cy="202150"/>
            </a:xfrm>
            <a:custGeom>
              <a:avLst/>
              <a:gdLst/>
              <a:ahLst/>
              <a:cxnLst/>
              <a:rect l="l" t="t" r="r" b="b"/>
              <a:pathLst>
                <a:path w="16171" h="8086" extrusionOk="0">
                  <a:moveTo>
                    <a:pt x="8085" y="1"/>
                  </a:moveTo>
                  <a:cubicBezTo>
                    <a:pt x="8085" y="4469"/>
                    <a:pt x="4468" y="8086"/>
                    <a:pt x="0" y="8086"/>
                  </a:cubicBezTo>
                  <a:lnTo>
                    <a:pt x="16171" y="8086"/>
                  </a:lnTo>
                  <a:cubicBezTo>
                    <a:pt x="11702" y="8086"/>
                    <a:pt x="8085" y="4469"/>
                    <a:pt x="80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57"/>
            <p:cNvSpPr/>
            <p:nvPr/>
          </p:nvSpPr>
          <p:spPr>
            <a:xfrm>
              <a:off x="3852200" y="4712575"/>
              <a:ext cx="202175" cy="404275"/>
            </a:xfrm>
            <a:custGeom>
              <a:avLst/>
              <a:gdLst/>
              <a:ahLst/>
              <a:cxnLst/>
              <a:rect l="l" t="t" r="r" b="b"/>
              <a:pathLst>
                <a:path w="8087" h="16171" extrusionOk="0">
                  <a:moveTo>
                    <a:pt x="1" y="0"/>
                  </a:moveTo>
                  <a:lnTo>
                    <a:pt x="1" y="15952"/>
                  </a:lnTo>
                  <a:lnTo>
                    <a:pt x="1" y="15952"/>
                  </a:lnTo>
                  <a:cubicBezTo>
                    <a:pt x="60" y="11614"/>
                    <a:pt x="3662" y="8086"/>
                    <a:pt x="8086" y="8086"/>
                  </a:cubicBezTo>
                  <a:cubicBezTo>
                    <a:pt x="3588" y="8086"/>
                    <a:pt x="1" y="4469"/>
                    <a:pt x="1" y="0"/>
                  </a:cubicBezTo>
                  <a:close/>
                  <a:moveTo>
                    <a:pt x="1" y="15952"/>
                  </a:moveTo>
                  <a:cubicBezTo>
                    <a:pt x="0" y="16025"/>
                    <a:pt x="0" y="16098"/>
                    <a:pt x="1" y="16171"/>
                  </a:cubicBezTo>
                  <a:lnTo>
                    <a:pt x="1" y="1595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57"/>
            <p:cNvSpPr/>
            <p:nvPr/>
          </p:nvSpPr>
          <p:spPr>
            <a:xfrm>
              <a:off x="3850700" y="4712575"/>
              <a:ext cx="203675" cy="202150"/>
            </a:xfrm>
            <a:custGeom>
              <a:avLst/>
              <a:gdLst/>
              <a:ahLst/>
              <a:cxnLst/>
              <a:rect l="l" t="t" r="r" b="b"/>
              <a:pathLst>
                <a:path w="8147" h="8086" extrusionOk="0">
                  <a:moveTo>
                    <a:pt x="61" y="0"/>
                  </a:moveTo>
                  <a:cubicBezTo>
                    <a:pt x="0" y="4469"/>
                    <a:pt x="3648" y="8086"/>
                    <a:pt x="8146" y="8086"/>
                  </a:cubicBezTo>
                  <a:cubicBezTo>
                    <a:pt x="8146" y="3587"/>
                    <a:pt x="4529" y="0"/>
                    <a:pt x="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7"/>
            <p:cNvSpPr/>
            <p:nvPr/>
          </p:nvSpPr>
          <p:spPr>
            <a:xfrm>
              <a:off x="3852225" y="4914700"/>
              <a:ext cx="202150" cy="202150"/>
            </a:xfrm>
            <a:custGeom>
              <a:avLst/>
              <a:gdLst/>
              <a:ahLst/>
              <a:cxnLst/>
              <a:rect l="l" t="t" r="r" b="b"/>
              <a:pathLst>
                <a:path w="8086" h="8086" extrusionOk="0">
                  <a:moveTo>
                    <a:pt x="8085" y="1"/>
                  </a:moveTo>
                  <a:cubicBezTo>
                    <a:pt x="3587" y="1"/>
                    <a:pt x="0" y="3618"/>
                    <a:pt x="0" y="8086"/>
                  </a:cubicBezTo>
                  <a:cubicBezTo>
                    <a:pt x="4438" y="8086"/>
                    <a:pt x="8085" y="4469"/>
                    <a:pt x="80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7"/>
            <p:cNvSpPr/>
            <p:nvPr/>
          </p:nvSpPr>
          <p:spPr>
            <a:xfrm>
              <a:off x="4054350" y="4712575"/>
              <a:ext cx="202150" cy="404275"/>
            </a:xfrm>
            <a:custGeom>
              <a:avLst/>
              <a:gdLst/>
              <a:ahLst/>
              <a:cxnLst/>
              <a:rect l="l" t="t" r="r" b="b"/>
              <a:pathLst>
                <a:path w="8086" h="16171" extrusionOk="0">
                  <a:moveTo>
                    <a:pt x="8086" y="0"/>
                  </a:moveTo>
                  <a:cubicBezTo>
                    <a:pt x="8086" y="4469"/>
                    <a:pt x="4438" y="8086"/>
                    <a:pt x="0" y="8086"/>
                  </a:cubicBezTo>
                  <a:cubicBezTo>
                    <a:pt x="4468" y="8086"/>
                    <a:pt x="8086" y="11703"/>
                    <a:pt x="8086" y="16171"/>
                  </a:cubicBezTo>
                  <a:lnTo>
                    <a:pt x="80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57"/>
            <p:cNvSpPr/>
            <p:nvPr/>
          </p:nvSpPr>
          <p:spPr>
            <a:xfrm>
              <a:off x="4054350" y="4712575"/>
              <a:ext cx="202150" cy="202150"/>
            </a:xfrm>
            <a:custGeom>
              <a:avLst/>
              <a:gdLst/>
              <a:ahLst/>
              <a:cxnLst/>
              <a:rect l="l" t="t" r="r" b="b"/>
              <a:pathLst>
                <a:path w="8086" h="8086" extrusionOk="0">
                  <a:moveTo>
                    <a:pt x="8086" y="0"/>
                  </a:moveTo>
                  <a:cubicBezTo>
                    <a:pt x="3617" y="0"/>
                    <a:pt x="0" y="3587"/>
                    <a:pt x="0" y="8086"/>
                  </a:cubicBezTo>
                  <a:cubicBezTo>
                    <a:pt x="4468" y="8086"/>
                    <a:pt x="8086" y="4469"/>
                    <a:pt x="80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57"/>
            <p:cNvSpPr/>
            <p:nvPr/>
          </p:nvSpPr>
          <p:spPr>
            <a:xfrm>
              <a:off x="4054350" y="4914700"/>
              <a:ext cx="202150" cy="202150"/>
            </a:xfrm>
            <a:custGeom>
              <a:avLst/>
              <a:gdLst/>
              <a:ahLst/>
              <a:cxnLst/>
              <a:rect l="l" t="t" r="r" b="b"/>
              <a:pathLst>
                <a:path w="8086" h="8086" extrusionOk="0">
                  <a:moveTo>
                    <a:pt x="0" y="1"/>
                  </a:moveTo>
                  <a:cubicBezTo>
                    <a:pt x="0" y="4469"/>
                    <a:pt x="3617" y="8086"/>
                    <a:pt x="8086" y="8086"/>
                  </a:cubicBezTo>
                  <a:cubicBezTo>
                    <a:pt x="8086" y="3648"/>
                    <a:pt x="4438"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57"/>
            <p:cNvSpPr/>
            <p:nvPr/>
          </p:nvSpPr>
          <p:spPr>
            <a:xfrm>
              <a:off x="3952525" y="4610750"/>
              <a:ext cx="202150" cy="101850"/>
            </a:xfrm>
            <a:custGeom>
              <a:avLst/>
              <a:gdLst/>
              <a:ahLst/>
              <a:cxnLst/>
              <a:rect l="l" t="t" r="r" b="b"/>
              <a:pathLst>
                <a:path w="8086" h="4074" extrusionOk="0">
                  <a:moveTo>
                    <a:pt x="4073" y="0"/>
                  </a:moveTo>
                  <a:cubicBezTo>
                    <a:pt x="1824" y="0"/>
                    <a:pt x="0" y="1824"/>
                    <a:pt x="0" y="4073"/>
                  </a:cubicBezTo>
                  <a:lnTo>
                    <a:pt x="8086" y="4073"/>
                  </a:lnTo>
                  <a:cubicBezTo>
                    <a:pt x="8086" y="1824"/>
                    <a:pt x="6262" y="0"/>
                    <a:pt x="40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57"/>
            <p:cNvSpPr/>
            <p:nvPr/>
          </p:nvSpPr>
          <p:spPr>
            <a:xfrm>
              <a:off x="3952525" y="5116825"/>
              <a:ext cx="203675" cy="101850"/>
            </a:xfrm>
            <a:custGeom>
              <a:avLst/>
              <a:gdLst/>
              <a:ahLst/>
              <a:cxnLst/>
              <a:rect l="l" t="t" r="r" b="b"/>
              <a:pathLst>
                <a:path w="8147" h="4074" extrusionOk="0">
                  <a:moveTo>
                    <a:pt x="31" y="1"/>
                  </a:moveTo>
                  <a:cubicBezTo>
                    <a:pt x="0" y="2250"/>
                    <a:pt x="1824" y="4074"/>
                    <a:pt x="4073" y="4074"/>
                  </a:cubicBezTo>
                  <a:cubicBezTo>
                    <a:pt x="6323" y="4074"/>
                    <a:pt x="8146" y="2250"/>
                    <a:pt x="8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57"/>
            <p:cNvSpPr/>
            <p:nvPr/>
          </p:nvSpPr>
          <p:spPr>
            <a:xfrm>
              <a:off x="3750375" y="4813625"/>
              <a:ext cx="101875" cy="202925"/>
            </a:xfrm>
            <a:custGeom>
              <a:avLst/>
              <a:gdLst/>
              <a:ahLst/>
              <a:cxnLst/>
              <a:rect l="l" t="t" r="r" b="b"/>
              <a:pathLst>
                <a:path w="4075" h="8117" extrusionOk="0">
                  <a:moveTo>
                    <a:pt x="4018" y="1"/>
                  </a:moveTo>
                  <a:cubicBezTo>
                    <a:pt x="1765" y="1"/>
                    <a:pt x="1" y="1813"/>
                    <a:pt x="1" y="4044"/>
                  </a:cubicBezTo>
                  <a:cubicBezTo>
                    <a:pt x="1" y="6262"/>
                    <a:pt x="1825" y="8117"/>
                    <a:pt x="4074" y="8117"/>
                  </a:cubicBezTo>
                  <a:lnTo>
                    <a:pt x="4074" y="1"/>
                  </a:lnTo>
                  <a:cubicBezTo>
                    <a:pt x="4055" y="1"/>
                    <a:pt x="4037" y="1"/>
                    <a:pt x="40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57"/>
            <p:cNvSpPr/>
            <p:nvPr/>
          </p:nvSpPr>
          <p:spPr>
            <a:xfrm>
              <a:off x="4255725" y="4812875"/>
              <a:ext cx="101850" cy="202200"/>
            </a:xfrm>
            <a:custGeom>
              <a:avLst/>
              <a:gdLst/>
              <a:ahLst/>
              <a:cxnLst/>
              <a:rect l="l" t="t" r="r" b="b"/>
              <a:pathLst>
                <a:path w="4074" h="8088" extrusionOk="0">
                  <a:moveTo>
                    <a:pt x="0" y="1"/>
                  </a:moveTo>
                  <a:lnTo>
                    <a:pt x="0" y="8086"/>
                  </a:lnTo>
                  <a:cubicBezTo>
                    <a:pt x="37" y="8087"/>
                    <a:pt x="73" y="8087"/>
                    <a:pt x="109" y="8087"/>
                  </a:cubicBezTo>
                  <a:cubicBezTo>
                    <a:pt x="2337" y="8087"/>
                    <a:pt x="4073" y="6257"/>
                    <a:pt x="4073" y="4074"/>
                  </a:cubicBezTo>
                  <a:cubicBezTo>
                    <a:pt x="4073" y="1824"/>
                    <a:pt x="2249"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57"/>
            <p:cNvSpPr/>
            <p:nvPr/>
          </p:nvSpPr>
          <p:spPr>
            <a:xfrm>
              <a:off x="3952525" y="4812875"/>
              <a:ext cx="203675" cy="202925"/>
            </a:xfrm>
            <a:custGeom>
              <a:avLst/>
              <a:gdLst/>
              <a:ahLst/>
              <a:cxnLst/>
              <a:rect l="l" t="t" r="r" b="b"/>
              <a:pathLst>
                <a:path w="8147" h="8117" extrusionOk="0">
                  <a:moveTo>
                    <a:pt x="4073" y="1"/>
                  </a:moveTo>
                  <a:cubicBezTo>
                    <a:pt x="1824" y="1"/>
                    <a:pt x="0" y="1824"/>
                    <a:pt x="0" y="4074"/>
                  </a:cubicBezTo>
                  <a:cubicBezTo>
                    <a:pt x="0" y="6323"/>
                    <a:pt x="1824" y="8116"/>
                    <a:pt x="4073" y="8116"/>
                  </a:cubicBezTo>
                  <a:cubicBezTo>
                    <a:pt x="6323" y="8116"/>
                    <a:pt x="8146" y="6323"/>
                    <a:pt x="8146" y="4074"/>
                  </a:cubicBezTo>
                  <a:cubicBezTo>
                    <a:pt x="8146" y="1824"/>
                    <a:pt x="6323" y="1"/>
                    <a:pt x="4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57"/>
            <p:cNvSpPr/>
            <p:nvPr/>
          </p:nvSpPr>
          <p:spPr>
            <a:xfrm>
              <a:off x="4003425" y="4864550"/>
              <a:ext cx="101100" cy="100325"/>
            </a:xfrm>
            <a:custGeom>
              <a:avLst/>
              <a:gdLst/>
              <a:ahLst/>
              <a:cxnLst/>
              <a:rect l="l" t="t" r="r" b="b"/>
              <a:pathLst>
                <a:path w="4044" h="4013" extrusionOk="0">
                  <a:moveTo>
                    <a:pt x="2037" y="0"/>
                  </a:moveTo>
                  <a:cubicBezTo>
                    <a:pt x="943" y="0"/>
                    <a:pt x="1" y="912"/>
                    <a:pt x="1" y="2007"/>
                  </a:cubicBezTo>
                  <a:cubicBezTo>
                    <a:pt x="1" y="3101"/>
                    <a:pt x="913" y="4013"/>
                    <a:pt x="2037" y="4013"/>
                  </a:cubicBezTo>
                  <a:cubicBezTo>
                    <a:pt x="3132" y="4013"/>
                    <a:pt x="4043" y="3131"/>
                    <a:pt x="4043" y="2007"/>
                  </a:cubicBezTo>
                  <a:cubicBezTo>
                    <a:pt x="4043" y="912"/>
                    <a:pt x="3132" y="0"/>
                    <a:pt x="20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2" name="Imagen 61">
            <a:extLst>
              <a:ext uri="{FF2B5EF4-FFF2-40B4-BE49-F238E27FC236}">
                <a16:creationId xmlns:a16="http://schemas.microsoft.com/office/drawing/2014/main" id="{455C5105-1717-4A34-9391-DBE0C912E8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3017" y="1"/>
            <a:ext cx="1886072" cy="25029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9FF97B-D187-409E-B72C-31C0D46E7502}"/>
              </a:ext>
            </a:extLst>
          </p:cNvPr>
          <p:cNvSpPr>
            <a:spLocks noGrp="1"/>
          </p:cNvSpPr>
          <p:nvPr>
            <p:ph type="title"/>
          </p:nvPr>
        </p:nvSpPr>
        <p:spPr/>
        <p:txBody>
          <a:bodyPr/>
          <a:lstStyle/>
          <a:p>
            <a:endParaRPr lang="es-MX"/>
          </a:p>
        </p:txBody>
      </p:sp>
      <p:sp>
        <p:nvSpPr>
          <p:cNvPr id="3" name="Subtítulo 2">
            <a:extLst>
              <a:ext uri="{FF2B5EF4-FFF2-40B4-BE49-F238E27FC236}">
                <a16:creationId xmlns:a16="http://schemas.microsoft.com/office/drawing/2014/main" id="{781D2A76-2487-42F7-A7E1-93C6153F708D}"/>
              </a:ext>
            </a:extLst>
          </p:cNvPr>
          <p:cNvSpPr>
            <a:spLocks noGrp="1"/>
          </p:cNvSpPr>
          <p:nvPr>
            <p:ph type="subTitle" idx="1"/>
          </p:nvPr>
        </p:nvSpPr>
        <p:spPr/>
        <p:txBody>
          <a:bodyPr/>
          <a:lstStyle/>
          <a:p>
            <a:r>
              <a:rPr lang="es-MX" dirty="0"/>
              <a:t>QR DE LA PAGINA WEB</a:t>
            </a:r>
          </a:p>
        </p:txBody>
      </p:sp>
    </p:spTree>
    <p:extLst>
      <p:ext uri="{BB962C8B-B14F-4D97-AF65-F5344CB8AC3E}">
        <p14:creationId xmlns:p14="http://schemas.microsoft.com/office/powerpoint/2010/main" val="986979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5"/>
        <p:cNvGrpSpPr/>
        <p:nvPr/>
      </p:nvGrpSpPr>
      <p:grpSpPr>
        <a:xfrm>
          <a:off x="0" y="0"/>
          <a:ext cx="0" cy="0"/>
          <a:chOff x="0" y="0"/>
          <a:chExt cx="0" cy="0"/>
        </a:xfrm>
      </p:grpSpPr>
      <p:sp>
        <p:nvSpPr>
          <p:cNvPr id="2716" name="Google Shape;2716;p62"/>
          <p:cNvSpPr txBox="1">
            <a:spLocks noGrp="1"/>
          </p:cNvSpPr>
          <p:nvPr>
            <p:ph type="title"/>
          </p:nvPr>
        </p:nvSpPr>
        <p:spPr>
          <a:xfrm>
            <a:off x="4560699" y="1494829"/>
            <a:ext cx="3868800" cy="1896568"/>
          </a:xfrm>
          <a:prstGeom prst="rect">
            <a:avLst/>
          </a:prstGeom>
        </p:spPr>
        <p:txBody>
          <a:bodyPr spcFirstLastPara="1" wrap="square" lIns="91425" tIns="91425" rIns="91425" bIns="91425" anchor="ctr" anchorCtr="0">
            <a:noAutofit/>
          </a:bodyPr>
          <a:lstStyle/>
          <a:p>
            <a:r>
              <a:rPr lang="es-BO" sz="1800" dirty="0">
                <a:solidFill>
                  <a:srgbClr val="000000"/>
                </a:solidFill>
                <a:effectLst/>
                <a:latin typeface="Monotype Corsiva" panose="03010101010201010101" pitchFamily="66" charset="0"/>
                <a:ea typeface="Arial" panose="020B0604020202020204" pitchFamily="34" charset="0"/>
              </a:rPr>
              <a:t>“El éxito depende de la innovación, la perseverancia y la capacidad de transformar las ideas en oportunidades”</a:t>
            </a:r>
            <a:br>
              <a:rPr lang="es-MX" sz="1800" dirty="0">
                <a:solidFill>
                  <a:srgbClr val="000000"/>
                </a:solidFill>
                <a:effectLst/>
                <a:latin typeface="Arial" panose="020B0604020202020204" pitchFamily="34" charset="0"/>
                <a:ea typeface="Arial" panose="020B0604020202020204" pitchFamily="34" charset="0"/>
              </a:rPr>
            </a:br>
            <a:endParaRPr sz="1200" dirty="0">
              <a:solidFill>
                <a:schemeClr val="accent1"/>
              </a:solidFill>
            </a:endParaRPr>
          </a:p>
        </p:txBody>
      </p:sp>
      <p:sp>
        <p:nvSpPr>
          <p:cNvPr id="2717" name="Google Shape;2717;p62"/>
          <p:cNvSpPr txBox="1">
            <a:spLocks noGrp="1"/>
          </p:cNvSpPr>
          <p:nvPr>
            <p:ph type="title" idx="2"/>
          </p:nvPr>
        </p:nvSpPr>
        <p:spPr>
          <a:xfrm>
            <a:off x="1166572" y="1807860"/>
            <a:ext cx="3868800" cy="4571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MX" dirty="0">
                <a:solidFill>
                  <a:schemeClr val="accent2"/>
                </a:solidFill>
              </a:rPr>
              <a:t>.</a:t>
            </a:r>
            <a:endParaRPr dirty="0">
              <a:solidFill>
                <a:schemeClr val="accent2"/>
              </a:solidFill>
            </a:endParaRPr>
          </a:p>
        </p:txBody>
      </p:sp>
      <p:cxnSp>
        <p:nvCxnSpPr>
          <p:cNvPr id="2719" name="Google Shape;2719;p62"/>
          <p:cNvCxnSpPr/>
          <p:nvPr/>
        </p:nvCxnSpPr>
        <p:spPr>
          <a:xfrm>
            <a:off x="4578875" y="851547"/>
            <a:ext cx="0" cy="3458400"/>
          </a:xfrm>
          <a:prstGeom prst="straightConnector1">
            <a:avLst/>
          </a:prstGeom>
          <a:noFill/>
          <a:ln w="19050" cap="flat" cmpd="sng">
            <a:solidFill>
              <a:schemeClr val="dk2"/>
            </a:solidFill>
            <a:prstDash val="solid"/>
            <a:round/>
            <a:headEnd type="none" w="med" len="med"/>
            <a:tailEnd type="none" w="med" len="med"/>
          </a:ln>
        </p:spPr>
      </p:cxnSp>
      <p:cxnSp>
        <p:nvCxnSpPr>
          <p:cNvPr id="2720" name="Google Shape;2720;p62"/>
          <p:cNvCxnSpPr/>
          <p:nvPr/>
        </p:nvCxnSpPr>
        <p:spPr>
          <a:xfrm>
            <a:off x="8435750" y="851547"/>
            <a:ext cx="0" cy="3458400"/>
          </a:xfrm>
          <a:prstGeom prst="straightConnector1">
            <a:avLst/>
          </a:prstGeom>
          <a:noFill/>
          <a:ln w="19050" cap="flat" cmpd="sng">
            <a:solidFill>
              <a:schemeClr val="dk2"/>
            </a:solidFill>
            <a:prstDash val="solid"/>
            <a:round/>
            <a:headEnd type="none" w="med" len="med"/>
            <a:tailEnd type="none" w="med" len="med"/>
          </a:ln>
        </p:spPr>
      </p:cxnSp>
      <p:cxnSp>
        <p:nvCxnSpPr>
          <p:cNvPr id="2721" name="Google Shape;2721;p62"/>
          <p:cNvCxnSpPr/>
          <p:nvPr/>
        </p:nvCxnSpPr>
        <p:spPr>
          <a:xfrm rot="10800000">
            <a:off x="4572000" y="1488295"/>
            <a:ext cx="3858600" cy="0"/>
          </a:xfrm>
          <a:prstGeom prst="straightConnector1">
            <a:avLst/>
          </a:prstGeom>
          <a:noFill/>
          <a:ln w="28575" cap="flat" cmpd="sng">
            <a:solidFill>
              <a:schemeClr val="dk2"/>
            </a:solidFill>
            <a:prstDash val="dot"/>
            <a:round/>
            <a:headEnd type="none" w="med" len="med"/>
            <a:tailEnd type="none" w="med" len="med"/>
          </a:ln>
        </p:spPr>
      </p:cxnSp>
      <p:cxnSp>
        <p:nvCxnSpPr>
          <p:cNvPr id="2722" name="Google Shape;2722;p62"/>
          <p:cNvCxnSpPr/>
          <p:nvPr/>
        </p:nvCxnSpPr>
        <p:spPr>
          <a:xfrm rot="10800000">
            <a:off x="4572937" y="3467098"/>
            <a:ext cx="3868800" cy="0"/>
          </a:xfrm>
          <a:prstGeom prst="straightConnector1">
            <a:avLst/>
          </a:prstGeom>
          <a:noFill/>
          <a:ln w="28575" cap="flat" cmpd="sng">
            <a:solidFill>
              <a:schemeClr val="dk2"/>
            </a:solidFill>
            <a:prstDash val="dot"/>
            <a:round/>
            <a:headEnd type="none" w="med" len="med"/>
            <a:tailEnd type="none" w="med" len="med"/>
          </a:ln>
        </p:spPr>
      </p:cxnSp>
      <p:sp>
        <p:nvSpPr>
          <p:cNvPr id="2723" name="Google Shape;2723;p62">
            <a:hlinkClick r:id="rId3" action="ppaction://hlinksldjump"/>
          </p:cNvPr>
          <p:cNvSpPr/>
          <p:nvPr/>
        </p:nvSpPr>
        <p:spPr>
          <a:xfrm>
            <a:off x="8067325" y="4421375"/>
            <a:ext cx="374400" cy="37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4" name="Google Shape;2724;p62"/>
          <p:cNvGrpSpPr/>
          <p:nvPr/>
        </p:nvGrpSpPr>
        <p:grpSpPr>
          <a:xfrm>
            <a:off x="8141525" y="4497075"/>
            <a:ext cx="225999" cy="223000"/>
            <a:chOff x="6232000" y="1435050"/>
            <a:chExt cx="488225" cy="481850"/>
          </a:xfrm>
        </p:grpSpPr>
        <p:sp>
          <p:nvSpPr>
            <p:cNvPr id="2725" name="Google Shape;2725;p62"/>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26" name="Google Shape;2726;p62"/>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27" name="Google Shape;2727;p62"/>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28" name="Google Shape;2728;p62"/>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29" name="Google Shape;2729;p62"/>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6" name="Google Shape;2716;p62">
            <a:extLst>
              <a:ext uri="{FF2B5EF4-FFF2-40B4-BE49-F238E27FC236}">
                <a16:creationId xmlns:a16="http://schemas.microsoft.com/office/drawing/2014/main" id="{1684258D-0F40-4117-85BF-23AFA70E1923}"/>
              </a:ext>
            </a:extLst>
          </p:cNvPr>
          <p:cNvSpPr txBox="1">
            <a:spLocks noGrp="1"/>
          </p:cNvSpPr>
          <p:nvPr>
            <p:ph type="subTitle" idx="1"/>
          </p:nvPr>
        </p:nvSpPr>
        <p:spPr>
          <a:xfrm>
            <a:off x="5244149" y="3299077"/>
            <a:ext cx="2501900" cy="717550"/>
          </a:xfrm>
          <a:prstGeom prst="rect">
            <a:avLst/>
          </a:prstGeom>
        </p:spPr>
        <p:txBody>
          <a:bodyPr spcFirstLastPara="1" wrap="square" lIns="91425" tIns="91425" rIns="91425" bIns="91425" anchor="ctr" anchorCtr="0">
            <a:noAutofit/>
          </a:bodyPr>
          <a:lstStyle/>
          <a:p>
            <a:pPr marL="0" indent="0"/>
            <a:br>
              <a:rPr lang="es-BO"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s-BO" sz="1800" b="1" spc="100" dirty="0">
                <a:solidFill>
                  <a:srgbClr val="000000"/>
                </a:solidFill>
                <a:effectLst/>
                <a:latin typeface="Arial Narrow" panose="020B0606020202030204" pitchFamily="34" charset="0"/>
                <a:ea typeface="Arial" panose="020B0604020202020204" pitchFamily="34" charset="0"/>
              </a:rPr>
              <a:t>PETER DRUCKER</a:t>
            </a:r>
            <a:endParaRPr lang="es-MX" sz="1800" dirty="0">
              <a:solidFill>
                <a:srgbClr val="000000"/>
              </a:solidFill>
              <a:effectLst/>
              <a:latin typeface="Arial" panose="020B0604020202020204" pitchFamily="34" charset="0"/>
              <a:ea typeface="Arial" panose="020B0604020202020204" pitchFamily="34" charset="0"/>
            </a:endParaRPr>
          </a:p>
          <a:p>
            <a:pPr marL="0" lvl="0" indent="0" algn="ctr" rtl="0">
              <a:spcBef>
                <a:spcPts val="0"/>
              </a:spcBef>
              <a:spcAft>
                <a:spcPts val="0"/>
              </a:spcAft>
              <a:buNone/>
            </a:pPr>
            <a:endParaRPr sz="1200" dirty="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46"/>
        <p:cNvGrpSpPr/>
        <p:nvPr/>
      </p:nvGrpSpPr>
      <p:grpSpPr>
        <a:xfrm>
          <a:off x="0" y="0"/>
          <a:ext cx="0" cy="0"/>
          <a:chOff x="0" y="0"/>
          <a:chExt cx="0" cy="0"/>
        </a:xfrm>
      </p:grpSpPr>
      <p:sp>
        <p:nvSpPr>
          <p:cNvPr id="2647" name="Google Shape;2647;p58"/>
          <p:cNvSpPr txBox="1">
            <a:spLocks noGrp="1"/>
          </p:cNvSpPr>
          <p:nvPr>
            <p:ph type="body" idx="1"/>
          </p:nvPr>
        </p:nvSpPr>
        <p:spPr>
          <a:xfrm>
            <a:off x="628159" y="1392366"/>
            <a:ext cx="8190376" cy="39080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i="1" dirty="0"/>
              <a:t>ANTECEDENTES GENERALES</a:t>
            </a:r>
            <a:endParaRPr sz="2400" b="1" i="1" dirty="0">
              <a:solidFill>
                <a:schemeClr val="dk2"/>
              </a:solidFill>
            </a:endParaRPr>
          </a:p>
          <a:p>
            <a:pPr indent="-304800">
              <a:spcBef>
                <a:spcPts val="1600"/>
              </a:spcBef>
              <a:buClr>
                <a:schemeClr val="dk2"/>
              </a:buClr>
              <a:buSzPts val="1200"/>
              <a:buFont typeface="Exo"/>
              <a:buAutoNum type="arabicPeriod"/>
            </a:pPr>
            <a:r>
              <a:rPr lang="en" sz="1600" b="1" dirty="0">
                <a:solidFill>
                  <a:schemeClr val="dk2"/>
                </a:solidFill>
              </a:rPr>
              <a:t>ANTECEDENTES DE INSTITUCION </a:t>
            </a:r>
            <a:r>
              <a:rPr lang="en" sz="1600" dirty="0">
                <a:solidFill>
                  <a:schemeClr val="dk2"/>
                </a:solidFill>
              </a:rPr>
              <a:t>: </a:t>
            </a:r>
            <a:r>
              <a:rPr lang="es-BO" sz="1600" dirty="0">
                <a:solidFill>
                  <a:srgbClr val="000000"/>
                </a:solidFill>
                <a:effectLst/>
                <a:latin typeface="Arial" panose="020B0604020202020204" pitchFamily="34" charset="0"/>
                <a:ea typeface="Arial" panose="020B0604020202020204" pitchFamily="34" charset="0"/>
              </a:rPr>
              <a:t>La necesidad que motiva el proyecto surge de la situación de TOMATI: poca publicidad, dificultad para mostrar sus productos de manera organizada y poca presencia en internet. Estas condiciones justifican la elaboración de una solución informática enfocada en promocionar la empresa y facilitar la comunicación con las personas interesadas en sus productos.</a:t>
            </a:r>
            <a:endParaRPr lang="es-MX" sz="1600" dirty="0">
              <a:solidFill>
                <a:srgbClr val="000000"/>
              </a:solidFill>
              <a:effectLst/>
              <a:latin typeface="Arial" panose="020B0604020202020204" pitchFamily="34" charset="0"/>
              <a:ea typeface="Arial" panose="020B0604020202020204" pitchFamily="34" charset="0"/>
            </a:endParaRPr>
          </a:p>
          <a:p>
            <a:pPr marL="6350" marR="1270" indent="-6350" algn="just">
              <a:spcAft>
                <a:spcPts val="40"/>
              </a:spcAft>
            </a:pPr>
            <a:r>
              <a:rPr lang="es-MX" sz="1600" b="1" dirty="0">
                <a:solidFill>
                  <a:schemeClr val="dk2"/>
                </a:solidFill>
              </a:rPr>
              <a:t>         ANTECEDENTES DE CONTEXTO </a:t>
            </a:r>
            <a:r>
              <a:rPr lang="es-MX" sz="1600" dirty="0">
                <a:solidFill>
                  <a:schemeClr val="dk2"/>
                </a:solidFill>
              </a:rPr>
              <a:t>: </a:t>
            </a:r>
            <a:r>
              <a:rPr lang="es-MX" sz="1600" dirty="0">
                <a:solidFill>
                  <a:srgbClr val="000000"/>
                </a:solidFill>
                <a:effectLst/>
                <a:latin typeface="Arial" panose="020B0604020202020204" pitchFamily="34" charset="0"/>
                <a:ea typeface="Arial" panose="020B0604020202020204" pitchFamily="34" charset="0"/>
              </a:rPr>
              <a:t>Como muestra de trabajo se propone aplicar el                            cuestionario a 150 personas potencialmente interesadas en muebles de melamina, procurando incluir personas con diferentes necesidades de mobiliario. Esta cantidad constituye una muestra de trabajo para el proyecto y no debe presentarse como un resultado estadístico de toda la población de Oruro.</a:t>
            </a:r>
          </a:p>
          <a:p>
            <a:r>
              <a:rPr lang="es-MX" sz="1600" dirty="0">
                <a:solidFill>
                  <a:srgbClr val="000000"/>
                </a:solidFill>
                <a:effectLst/>
                <a:latin typeface="Arial" panose="020B0604020202020204" pitchFamily="34" charset="0"/>
                <a:ea typeface="Arial" panose="020B0604020202020204" pitchFamily="34" charset="0"/>
              </a:rPr>
              <a:t>La aplicación real del cuestionario y sus porcentajes deben completarse con las respuestas efectivamente obtenidas</a:t>
            </a:r>
            <a:endParaRPr sz="1600" dirty="0">
              <a:solidFill>
                <a:schemeClr val="dk2"/>
              </a:solidFill>
            </a:endParaRPr>
          </a:p>
        </p:txBody>
      </p:sp>
      <p:sp>
        <p:nvSpPr>
          <p:cNvPr id="2648" name="Google Shape;2648;p58"/>
          <p:cNvSpPr txBox="1">
            <a:spLocks noGrp="1"/>
          </p:cNvSpPr>
          <p:nvPr>
            <p:ph type="title"/>
          </p:nvPr>
        </p:nvSpPr>
        <p:spPr>
          <a:xfrm>
            <a:off x="391571" y="147234"/>
            <a:ext cx="8190376" cy="96831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Krona One"/>
                <a:ea typeface="Krona One"/>
                <a:cs typeface="Krona One"/>
                <a:sym typeface="Krona One"/>
              </a:rPr>
              <a:t>CAPITULO I : ASPECTOS GENERALES Y METODOLOGICOS</a:t>
            </a:r>
            <a:endParaRPr dirty="0">
              <a:latin typeface="Krona One"/>
              <a:ea typeface="Krona One"/>
              <a:cs typeface="Krona One"/>
              <a:sym typeface="Krona On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74"/>
        <p:cNvGrpSpPr/>
        <p:nvPr/>
      </p:nvGrpSpPr>
      <p:grpSpPr>
        <a:xfrm>
          <a:off x="0" y="0"/>
          <a:ext cx="0" cy="0"/>
          <a:chOff x="0" y="0"/>
          <a:chExt cx="0" cy="0"/>
        </a:xfrm>
      </p:grpSpPr>
      <p:sp>
        <p:nvSpPr>
          <p:cNvPr id="4176" name="Google Shape;4176;p103"/>
          <p:cNvSpPr txBox="1">
            <a:spLocks noGrp="1"/>
          </p:cNvSpPr>
          <p:nvPr>
            <p:ph type="title"/>
          </p:nvPr>
        </p:nvSpPr>
        <p:spPr>
          <a:xfrm>
            <a:off x="8338088" y="2774644"/>
            <a:ext cx="441702" cy="78996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MX" dirty="0"/>
              <a:t>.</a:t>
            </a:r>
            <a:endParaRPr dirty="0"/>
          </a:p>
        </p:txBody>
      </p:sp>
      <p:sp>
        <p:nvSpPr>
          <p:cNvPr id="4177" name="Google Shape;4177;p103"/>
          <p:cNvSpPr txBox="1">
            <a:spLocks noGrp="1"/>
          </p:cNvSpPr>
          <p:nvPr>
            <p:ph type="subTitle" idx="1"/>
          </p:nvPr>
        </p:nvSpPr>
        <p:spPr>
          <a:xfrm>
            <a:off x="614456" y="384154"/>
            <a:ext cx="6942763" cy="45985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dk2"/>
                </a:solidFill>
              </a:rPr>
              <a:t>IDENTIFICACION Y FORMULACION DE PROLEMA</a:t>
            </a:r>
          </a:p>
          <a:p>
            <a:pPr marL="0" indent="0">
              <a:buNone/>
            </a:pPr>
            <a:r>
              <a:rPr lang="es-MX" dirty="0">
                <a:solidFill>
                  <a:srgbClr val="000000"/>
                </a:solidFill>
                <a:effectLst/>
                <a:latin typeface="Arial" panose="020B0604020202020204" pitchFamily="34" charset="0"/>
                <a:ea typeface="Arial" panose="020B0604020202020204" pitchFamily="34" charset="0"/>
              </a:rPr>
              <a:t>El problema no se limita a la ausencia de una página, sino a la dificultad de disponer de un espacio organizado donde el estudio mobiliario pueda presentar sus productos, promocionar sus trabajos y facilitar el contacto con potenciales clientes</a:t>
            </a:r>
            <a:r>
              <a:rPr lang="es-MX" sz="1800" dirty="0">
                <a:solidFill>
                  <a:srgbClr val="000000"/>
                </a:solidFill>
                <a:effectLst/>
                <a:latin typeface="Arial" panose="020B0604020202020204" pitchFamily="34" charset="0"/>
                <a:ea typeface="Arial" panose="020B0604020202020204" pitchFamily="34" charset="0"/>
              </a:rPr>
              <a:t>.</a:t>
            </a:r>
          </a:p>
          <a:p>
            <a:pPr marL="0" lvl="0" indent="0" algn="l" rtl="0">
              <a:spcBef>
                <a:spcPts val="0"/>
              </a:spcBef>
              <a:spcAft>
                <a:spcPts val="0"/>
              </a:spcAft>
              <a:buNone/>
            </a:pPr>
            <a:r>
              <a:rPr lang="en" b="1" dirty="0">
                <a:solidFill>
                  <a:schemeClr val="dk2"/>
                </a:solidFill>
              </a:rPr>
              <a:t>IDENTIFICACION DEL PROBLEMA</a:t>
            </a:r>
            <a:br>
              <a:rPr lang="en" dirty="0">
                <a:solidFill>
                  <a:schemeClr val="dk2"/>
                </a:solidFill>
              </a:rPr>
            </a:br>
            <a:r>
              <a:rPr lang="es-BO" dirty="0">
                <a:solidFill>
                  <a:srgbClr val="000000"/>
                </a:solidFill>
                <a:effectLst/>
                <a:latin typeface="Arial" panose="020B0604020202020204" pitchFamily="34" charset="0"/>
                <a:ea typeface="Arial" panose="020B0604020202020204" pitchFamily="34" charset="0"/>
              </a:rPr>
              <a:t>El estudio mobiliario</a:t>
            </a:r>
            <a:r>
              <a:rPr lang="es-MX" dirty="0">
                <a:solidFill>
                  <a:srgbClr val="000000"/>
                </a:solidFill>
                <a:effectLst/>
                <a:latin typeface="Arial" panose="020B0604020202020204" pitchFamily="34" charset="0"/>
                <a:ea typeface="Arial" panose="020B0604020202020204" pitchFamily="34" charset="0"/>
              </a:rPr>
              <a:t> TOMATI presenta poca publicidad y poca presencia en internet, lo que dificulta mostrar de manera organizada la variedad de muebles de melamina que fabrica y comercializa. Además, cuando una persona necesita información sobre productos, precios, trabajos realizados o formas de contacto, no dispone de un único espacio digital en el que pueda consultar estos datos de forma sencilla. </a:t>
            </a:r>
          </a:p>
          <a:p>
            <a:pPr marL="0" lvl="0" indent="0" algn="l" rtl="0">
              <a:spcBef>
                <a:spcPts val="0"/>
              </a:spcBef>
              <a:spcAft>
                <a:spcPts val="0"/>
              </a:spcAft>
              <a:buNone/>
            </a:pPr>
            <a:r>
              <a:rPr lang="es-MX" b="1" dirty="0">
                <a:solidFill>
                  <a:srgbClr val="000000"/>
                </a:solidFill>
                <a:latin typeface="Exo" panose="020B0604020202020204" charset="0"/>
              </a:rPr>
              <a:t>FORMULACION DEL PROBLEMA</a:t>
            </a:r>
            <a:endParaRPr b="1" dirty="0">
              <a:solidFill>
                <a:schemeClr val="dk2"/>
              </a:solidFill>
              <a:latin typeface="Exo" panose="020B0604020202020204" charset="0"/>
            </a:endParaRPr>
          </a:p>
          <a:p>
            <a:pPr marL="0" marR="1270" indent="0" algn="just">
              <a:spcAft>
                <a:spcPts val="40"/>
              </a:spcAft>
              <a:buNone/>
            </a:pPr>
            <a:r>
              <a:rPr lang="es-MX" dirty="0">
                <a:solidFill>
                  <a:srgbClr val="000000"/>
                </a:solidFill>
                <a:effectLst/>
                <a:latin typeface="Arial" panose="020B0604020202020204" pitchFamily="34" charset="0"/>
                <a:ea typeface="Arial" panose="020B0604020202020204" pitchFamily="34" charset="0"/>
              </a:rPr>
              <a:t>¿Cómo puede una página web contribuir a mejorar la promoción, presentación de productos y comercialización de los muebles de melamina del estudio mobiliario TOMATI, facilitando además el contacto y la recepción de pedidos?</a:t>
            </a:r>
          </a:p>
          <a:p>
            <a:pPr marL="765175" marR="3810" lvl="1" indent="0" algn="just">
              <a:lnSpc>
                <a:spcPct val="150000"/>
              </a:lnSpc>
              <a:spcAft>
                <a:spcPts val="40"/>
              </a:spcAft>
              <a:buNone/>
            </a:pPr>
            <a:r>
              <a:rPr lang="es-MX" sz="1800" dirty="0">
                <a:solidFill>
                  <a:srgbClr val="000000"/>
                </a:solidFill>
                <a:effectLst/>
                <a:latin typeface="Arial" panose="020B0604020202020204" pitchFamily="34" charset="0"/>
                <a:ea typeface="Arial" panose="020B0604020202020204" pitchFamily="34" charset="0"/>
              </a:rPr>
              <a:t> </a:t>
            </a:r>
          </a:p>
          <a:p>
            <a:pPr marL="0" lvl="0" indent="0" algn="l" rtl="0">
              <a:spcBef>
                <a:spcPts val="0"/>
              </a:spcBef>
              <a:spcAft>
                <a:spcPts val="0"/>
              </a:spcAft>
              <a:buNone/>
            </a:pPr>
            <a:endParaRPr dirty="0">
              <a:solidFill>
                <a:schemeClr val="dk2"/>
              </a:solidFill>
            </a:endParaRPr>
          </a:p>
        </p:txBody>
      </p:sp>
      <p:sp>
        <p:nvSpPr>
          <p:cNvPr id="4179" name="Google Shape;4179;p103"/>
          <p:cNvSpPr/>
          <p:nvPr/>
        </p:nvSpPr>
        <p:spPr>
          <a:xfrm rot="5400000">
            <a:off x="7300725" y="3894875"/>
            <a:ext cx="790925" cy="277937"/>
          </a:xfrm>
          <a:custGeom>
            <a:avLst/>
            <a:gdLst/>
            <a:ahLst/>
            <a:cxnLst/>
            <a:rect l="l" t="t" r="r" b="b"/>
            <a:pathLst>
              <a:path w="31637" h="10364" extrusionOk="0">
                <a:moveTo>
                  <a:pt x="0" y="1"/>
                </a:moveTo>
                <a:lnTo>
                  <a:pt x="0" y="10363"/>
                </a:lnTo>
                <a:lnTo>
                  <a:pt x="31636" y="10363"/>
                </a:lnTo>
                <a:lnTo>
                  <a:pt x="316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44"/>
        <p:cNvGrpSpPr/>
        <p:nvPr/>
      </p:nvGrpSpPr>
      <p:grpSpPr>
        <a:xfrm>
          <a:off x="0" y="0"/>
          <a:ext cx="0" cy="0"/>
          <a:chOff x="0" y="0"/>
          <a:chExt cx="0" cy="0"/>
        </a:xfrm>
      </p:grpSpPr>
      <p:sp>
        <p:nvSpPr>
          <p:cNvPr id="2945" name="Google Shape;2945;p70"/>
          <p:cNvSpPr txBox="1">
            <a:spLocks noGrp="1"/>
          </p:cNvSpPr>
          <p:nvPr>
            <p:ph type="title"/>
          </p:nvPr>
        </p:nvSpPr>
        <p:spPr>
          <a:xfrm>
            <a:off x="3759113" y="881469"/>
            <a:ext cx="5178200" cy="3923006"/>
          </a:xfrm>
          <a:prstGeom prst="rect">
            <a:avLst/>
          </a:prstGeom>
        </p:spPr>
        <p:txBody>
          <a:bodyPr spcFirstLastPara="1" wrap="square" lIns="91425" tIns="91425" rIns="91425" bIns="91425" anchor="ctr" anchorCtr="0">
            <a:noAutofit/>
          </a:bodyPr>
          <a:lstStyle/>
          <a:p>
            <a:r>
              <a:rPr lang="es-MX" sz="1800" dirty="0">
                <a:solidFill>
                  <a:srgbClr val="000000"/>
                </a:solidFill>
                <a:effectLst/>
                <a:latin typeface="Arial" panose="020B0604020202020204" pitchFamily="34" charset="0"/>
                <a:ea typeface="Arial" panose="020B0604020202020204" pitchFamily="34" charset="0"/>
              </a:rPr>
              <a:t>Desarrollar una página web para la promoción y comercialización de muebles de melamina del estudio mobiliario TOMATI, que permita mostrar sus productos y trabajos, facilitar el contacto con los clientes, recibir pedidos y fortalecer su presencia en internet.</a:t>
            </a:r>
            <a:br>
              <a:rPr lang="es-MX" sz="1800" dirty="0">
                <a:solidFill>
                  <a:srgbClr val="000000"/>
                </a:solidFill>
                <a:effectLst/>
                <a:latin typeface="Arial" panose="020B0604020202020204" pitchFamily="34" charset="0"/>
                <a:ea typeface="Arial" panose="020B0604020202020204" pitchFamily="34" charset="0"/>
              </a:rPr>
            </a:br>
            <a:endParaRPr dirty="0">
              <a:solidFill>
                <a:schemeClr val="dk2"/>
              </a:solidFill>
            </a:endParaRPr>
          </a:p>
        </p:txBody>
      </p:sp>
      <p:grpSp>
        <p:nvGrpSpPr>
          <p:cNvPr id="2946" name="Google Shape;2946;p70"/>
          <p:cNvGrpSpPr/>
          <p:nvPr/>
        </p:nvGrpSpPr>
        <p:grpSpPr>
          <a:xfrm>
            <a:off x="883944" y="1017738"/>
            <a:ext cx="2814957" cy="3108025"/>
            <a:chOff x="781294" y="1017725"/>
            <a:chExt cx="2814957" cy="3108025"/>
          </a:xfrm>
        </p:grpSpPr>
        <p:sp>
          <p:nvSpPr>
            <p:cNvPr id="2947" name="Google Shape;2947;p70"/>
            <p:cNvSpPr/>
            <p:nvPr/>
          </p:nvSpPr>
          <p:spPr>
            <a:xfrm rot="-5400000">
              <a:off x="1921429" y="2608950"/>
              <a:ext cx="1409428" cy="1038130"/>
            </a:xfrm>
            <a:custGeom>
              <a:avLst/>
              <a:gdLst/>
              <a:ahLst/>
              <a:cxnLst/>
              <a:rect l="l" t="t" r="r" b="b"/>
              <a:pathLst>
                <a:path w="31637" h="22187" extrusionOk="0">
                  <a:moveTo>
                    <a:pt x="0" y="0"/>
                  </a:moveTo>
                  <a:lnTo>
                    <a:pt x="0" y="22187"/>
                  </a:lnTo>
                  <a:lnTo>
                    <a:pt x="31636" y="22187"/>
                  </a:lnTo>
                  <a:lnTo>
                    <a:pt x="316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70"/>
            <p:cNvSpPr/>
            <p:nvPr/>
          </p:nvSpPr>
          <p:spPr>
            <a:xfrm rot="-5400000">
              <a:off x="2348063" y="2502306"/>
              <a:ext cx="241688" cy="241688"/>
            </a:xfrm>
            <a:custGeom>
              <a:avLst/>
              <a:gdLst/>
              <a:ahLst/>
              <a:cxnLst/>
              <a:rect l="l" t="t" r="r" b="b"/>
              <a:pathLst>
                <a:path w="6369" h="6369" extrusionOk="0">
                  <a:moveTo>
                    <a:pt x="3196" y="1"/>
                  </a:moveTo>
                  <a:cubicBezTo>
                    <a:pt x="1439" y="1"/>
                    <a:pt x="1" y="1439"/>
                    <a:pt x="1" y="3196"/>
                  </a:cubicBezTo>
                  <a:cubicBezTo>
                    <a:pt x="1" y="4954"/>
                    <a:pt x="1439" y="6369"/>
                    <a:pt x="3196" y="6369"/>
                  </a:cubicBezTo>
                  <a:cubicBezTo>
                    <a:pt x="4954" y="6369"/>
                    <a:pt x="6369" y="4954"/>
                    <a:pt x="6369" y="3196"/>
                  </a:cubicBezTo>
                  <a:cubicBezTo>
                    <a:pt x="6369" y="1439"/>
                    <a:pt x="4954" y="1"/>
                    <a:pt x="3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70"/>
            <p:cNvSpPr/>
            <p:nvPr/>
          </p:nvSpPr>
          <p:spPr>
            <a:xfrm rot="-5400000">
              <a:off x="2727133" y="3351773"/>
              <a:ext cx="770941" cy="777013"/>
            </a:xfrm>
            <a:custGeom>
              <a:avLst/>
              <a:gdLst/>
              <a:ahLst/>
              <a:cxnLst/>
              <a:rect l="l" t="t" r="r" b="b"/>
              <a:pathLst>
                <a:path w="20316" h="20476" extrusionOk="0">
                  <a:moveTo>
                    <a:pt x="10181" y="1"/>
                  </a:moveTo>
                  <a:cubicBezTo>
                    <a:pt x="4383" y="1"/>
                    <a:pt x="1" y="4406"/>
                    <a:pt x="1" y="10227"/>
                  </a:cubicBezTo>
                  <a:cubicBezTo>
                    <a:pt x="1" y="16047"/>
                    <a:pt x="4360" y="20452"/>
                    <a:pt x="10112" y="20475"/>
                  </a:cubicBezTo>
                  <a:lnTo>
                    <a:pt x="10112" y="15979"/>
                  </a:lnTo>
                  <a:cubicBezTo>
                    <a:pt x="7419" y="15956"/>
                    <a:pt x="4566" y="13947"/>
                    <a:pt x="4566" y="10227"/>
                  </a:cubicBezTo>
                  <a:cubicBezTo>
                    <a:pt x="4566" y="7465"/>
                    <a:pt x="6551" y="4498"/>
                    <a:pt x="10181" y="4498"/>
                  </a:cubicBezTo>
                  <a:cubicBezTo>
                    <a:pt x="13331" y="4498"/>
                    <a:pt x="15704" y="6849"/>
                    <a:pt x="15796" y="10021"/>
                  </a:cubicBezTo>
                  <a:lnTo>
                    <a:pt x="20315" y="10021"/>
                  </a:lnTo>
                  <a:cubicBezTo>
                    <a:pt x="20224" y="4292"/>
                    <a:pt x="15887" y="1"/>
                    <a:pt x="101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70"/>
            <p:cNvSpPr/>
            <p:nvPr/>
          </p:nvSpPr>
          <p:spPr>
            <a:xfrm rot="-5400000">
              <a:off x="2643915" y="2880393"/>
              <a:ext cx="1409428" cy="495244"/>
            </a:xfrm>
            <a:custGeom>
              <a:avLst/>
              <a:gdLst/>
              <a:ahLst/>
              <a:cxnLst/>
              <a:rect l="l" t="t" r="r" b="b"/>
              <a:pathLst>
                <a:path w="31637" h="10364" extrusionOk="0">
                  <a:moveTo>
                    <a:pt x="0" y="1"/>
                  </a:moveTo>
                  <a:lnTo>
                    <a:pt x="0" y="10363"/>
                  </a:lnTo>
                  <a:lnTo>
                    <a:pt x="31636" y="10363"/>
                  </a:lnTo>
                  <a:lnTo>
                    <a:pt x="316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1" name="Google Shape;2951;p70"/>
            <p:cNvGrpSpPr/>
            <p:nvPr/>
          </p:nvGrpSpPr>
          <p:grpSpPr>
            <a:xfrm>
              <a:off x="781294" y="1017725"/>
              <a:ext cx="2814911" cy="2815108"/>
              <a:chOff x="3" y="-11"/>
              <a:chExt cx="1585240" cy="1585262"/>
            </a:xfrm>
          </p:grpSpPr>
          <p:sp>
            <p:nvSpPr>
              <p:cNvPr id="2952" name="Google Shape;2952;p70"/>
              <p:cNvSpPr/>
              <p:nvPr/>
            </p:nvSpPr>
            <p:spPr>
              <a:xfrm rot="10800000">
                <a:off x="792628" y="18"/>
                <a:ext cx="792615" cy="792615"/>
              </a:xfrm>
              <a:custGeom>
                <a:avLst/>
                <a:gdLst/>
                <a:ahLst/>
                <a:cxnLst/>
                <a:rect l="l" t="t" r="r" b="b"/>
                <a:pathLst>
                  <a:path w="20794" h="20794" extrusionOk="0">
                    <a:moveTo>
                      <a:pt x="0" y="0"/>
                    </a:moveTo>
                    <a:lnTo>
                      <a:pt x="0" y="20794"/>
                    </a:lnTo>
                    <a:lnTo>
                      <a:pt x="20794" y="20794"/>
                    </a:lnTo>
                    <a:lnTo>
                      <a:pt x="2079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70"/>
              <p:cNvSpPr/>
              <p:nvPr/>
            </p:nvSpPr>
            <p:spPr>
              <a:xfrm rot="10800000">
                <a:off x="792628" y="18"/>
                <a:ext cx="792615" cy="792615"/>
              </a:xfrm>
              <a:custGeom>
                <a:avLst/>
                <a:gdLst/>
                <a:ahLst/>
                <a:cxnLst/>
                <a:rect l="l" t="t" r="r" b="b"/>
                <a:pathLst>
                  <a:path w="20794" h="20794" extrusionOk="0">
                    <a:moveTo>
                      <a:pt x="10386" y="0"/>
                    </a:moveTo>
                    <a:cubicBezTo>
                      <a:pt x="4656" y="0"/>
                      <a:pt x="0" y="4657"/>
                      <a:pt x="0" y="10408"/>
                    </a:cubicBezTo>
                    <a:cubicBezTo>
                      <a:pt x="0" y="16138"/>
                      <a:pt x="4656" y="20794"/>
                      <a:pt x="10386" y="20794"/>
                    </a:cubicBezTo>
                    <a:cubicBezTo>
                      <a:pt x="16138" y="20794"/>
                      <a:pt x="20794" y="16138"/>
                      <a:pt x="20794" y="10408"/>
                    </a:cubicBezTo>
                    <a:cubicBezTo>
                      <a:pt x="20794" y="4657"/>
                      <a:pt x="16138" y="0"/>
                      <a:pt x="103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70"/>
              <p:cNvSpPr/>
              <p:nvPr/>
            </p:nvSpPr>
            <p:spPr>
              <a:xfrm rot="10800000">
                <a:off x="1022288" y="229678"/>
                <a:ext cx="334138" cy="334138"/>
              </a:xfrm>
              <a:custGeom>
                <a:avLst/>
                <a:gdLst/>
                <a:ahLst/>
                <a:cxnLst/>
                <a:rect l="l" t="t" r="r" b="b"/>
                <a:pathLst>
                  <a:path w="8766" h="8766" extrusionOk="0">
                    <a:moveTo>
                      <a:pt x="4383" y="0"/>
                    </a:moveTo>
                    <a:cubicBezTo>
                      <a:pt x="1963" y="0"/>
                      <a:pt x="0" y="1963"/>
                      <a:pt x="0" y="4383"/>
                    </a:cubicBezTo>
                    <a:cubicBezTo>
                      <a:pt x="0" y="6802"/>
                      <a:pt x="1963" y="8765"/>
                      <a:pt x="4383" y="8765"/>
                    </a:cubicBezTo>
                    <a:cubicBezTo>
                      <a:pt x="6802" y="8765"/>
                      <a:pt x="8765" y="6802"/>
                      <a:pt x="8765" y="4383"/>
                    </a:cubicBezTo>
                    <a:cubicBezTo>
                      <a:pt x="8765" y="1963"/>
                      <a:pt x="6802" y="0"/>
                      <a:pt x="4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70"/>
              <p:cNvSpPr/>
              <p:nvPr/>
            </p:nvSpPr>
            <p:spPr>
              <a:xfrm rot="10800000">
                <a:off x="3" y="792597"/>
                <a:ext cx="792615" cy="792653"/>
              </a:xfrm>
              <a:custGeom>
                <a:avLst/>
                <a:gdLst/>
                <a:ahLst/>
                <a:cxnLst/>
                <a:rect l="l" t="t" r="r" b="b"/>
                <a:pathLst>
                  <a:path w="20794" h="20795" extrusionOk="0">
                    <a:moveTo>
                      <a:pt x="0" y="1"/>
                    </a:moveTo>
                    <a:lnTo>
                      <a:pt x="0" y="20795"/>
                    </a:lnTo>
                    <a:lnTo>
                      <a:pt x="20794" y="20795"/>
                    </a:ln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70"/>
              <p:cNvSpPr/>
              <p:nvPr/>
            </p:nvSpPr>
            <p:spPr>
              <a:xfrm rot="10800000">
                <a:off x="396730" y="1189324"/>
                <a:ext cx="395888" cy="395926"/>
              </a:xfrm>
              <a:custGeom>
                <a:avLst/>
                <a:gdLst/>
                <a:ahLst/>
                <a:cxnLst/>
                <a:rect l="l" t="t" r="r" b="b"/>
                <a:pathLst>
                  <a:path w="10386" h="10387" extrusionOk="0">
                    <a:moveTo>
                      <a:pt x="0" y="1"/>
                    </a:moveTo>
                    <a:lnTo>
                      <a:pt x="0" y="10386"/>
                    </a:lnTo>
                    <a:cubicBezTo>
                      <a:pt x="5729" y="10386"/>
                      <a:pt x="10386" y="5730"/>
                      <a:pt x="103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70"/>
              <p:cNvSpPr/>
              <p:nvPr/>
            </p:nvSpPr>
            <p:spPr>
              <a:xfrm rot="10800000">
                <a:off x="3" y="792597"/>
                <a:ext cx="792615" cy="792653"/>
              </a:xfrm>
              <a:custGeom>
                <a:avLst/>
                <a:gdLst/>
                <a:ahLst/>
                <a:cxnLst/>
                <a:rect l="l" t="t" r="r" b="b"/>
                <a:pathLst>
                  <a:path w="20794" h="20795" extrusionOk="0">
                    <a:moveTo>
                      <a:pt x="20794" y="1"/>
                    </a:moveTo>
                    <a:lnTo>
                      <a:pt x="0" y="20795"/>
                    </a:lnTo>
                    <a:lnTo>
                      <a:pt x="20794" y="20795"/>
                    </a:lnTo>
                    <a:lnTo>
                      <a:pt x="207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70"/>
              <p:cNvSpPr/>
              <p:nvPr/>
            </p:nvSpPr>
            <p:spPr>
              <a:xfrm rot="10800000">
                <a:off x="6" y="792601"/>
                <a:ext cx="415023" cy="415023"/>
              </a:xfrm>
              <a:custGeom>
                <a:avLst/>
                <a:gdLst/>
                <a:ahLst/>
                <a:cxnLst/>
                <a:rect l="l" t="t" r="r" b="b"/>
                <a:pathLst>
                  <a:path w="10888" h="10888" extrusionOk="0">
                    <a:moveTo>
                      <a:pt x="10888" y="0"/>
                    </a:moveTo>
                    <a:lnTo>
                      <a:pt x="0" y="10888"/>
                    </a:lnTo>
                    <a:lnTo>
                      <a:pt x="10888" y="10888"/>
                    </a:lnTo>
                    <a:lnTo>
                      <a:pt x="108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70"/>
              <p:cNvSpPr/>
              <p:nvPr/>
            </p:nvSpPr>
            <p:spPr>
              <a:xfrm rot="10800000">
                <a:off x="3" y="-11"/>
                <a:ext cx="792615" cy="792653"/>
              </a:xfrm>
              <a:custGeom>
                <a:avLst/>
                <a:gdLst/>
                <a:ahLst/>
                <a:cxnLst/>
                <a:rect l="l" t="t" r="r" b="b"/>
                <a:pathLst>
                  <a:path w="20794" h="20795" extrusionOk="0">
                    <a:moveTo>
                      <a:pt x="0" y="1"/>
                    </a:moveTo>
                    <a:lnTo>
                      <a:pt x="0" y="20795"/>
                    </a:lnTo>
                    <a:lnTo>
                      <a:pt x="20794" y="20795"/>
                    </a:lnTo>
                    <a:lnTo>
                      <a:pt x="20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70"/>
              <p:cNvSpPr/>
              <p:nvPr/>
            </p:nvSpPr>
            <p:spPr>
              <a:xfrm rot="10800000">
                <a:off x="3" y="-11"/>
                <a:ext cx="792615" cy="792653"/>
              </a:xfrm>
              <a:custGeom>
                <a:avLst/>
                <a:gdLst/>
                <a:ahLst/>
                <a:cxnLst/>
                <a:rect l="l" t="t" r="r" b="b"/>
                <a:pathLst>
                  <a:path w="20794" h="20795" extrusionOk="0">
                    <a:moveTo>
                      <a:pt x="20794" y="1"/>
                    </a:moveTo>
                    <a:cubicBezTo>
                      <a:pt x="15042" y="1"/>
                      <a:pt x="9838" y="2329"/>
                      <a:pt x="6094" y="6095"/>
                    </a:cubicBezTo>
                    <a:cubicBezTo>
                      <a:pt x="2328" y="9861"/>
                      <a:pt x="0" y="15043"/>
                      <a:pt x="0" y="20795"/>
                    </a:cubicBezTo>
                    <a:cubicBezTo>
                      <a:pt x="11481" y="20795"/>
                      <a:pt x="20794" y="11482"/>
                      <a:pt x="207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70"/>
              <p:cNvSpPr/>
              <p:nvPr/>
            </p:nvSpPr>
            <p:spPr>
              <a:xfrm rot="10800000">
                <a:off x="3" y="-11"/>
                <a:ext cx="792615" cy="792653"/>
              </a:xfrm>
              <a:custGeom>
                <a:avLst/>
                <a:gdLst/>
                <a:ahLst/>
                <a:cxnLst/>
                <a:rect l="l" t="t" r="r" b="b"/>
                <a:pathLst>
                  <a:path w="20794" h="20795" extrusionOk="0">
                    <a:moveTo>
                      <a:pt x="20794" y="1"/>
                    </a:moveTo>
                    <a:cubicBezTo>
                      <a:pt x="15042" y="1"/>
                      <a:pt x="9838" y="2329"/>
                      <a:pt x="6094" y="6095"/>
                    </a:cubicBezTo>
                    <a:cubicBezTo>
                      <a:pt x="2328" y="9861"/>
                      <a:pt x="0" y="15043"/>
                      <a:pt x="0" y="20795"/>
                    </a:cubicBezTo>
                    <a:lnTo>
                      <a:pt x="207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62" name="Google Shape;2962;p70"/>
          <p:cNvSpPr txBox="1">
            <a:spLocks noGrp="1"/>
          </p:cNvSpPr>
          <p:nvPr>
            <p:ph type="title" idx="2"/>
          </p:nvPr>
        </p:nvSpPr>
        <p:spPr>
          <a:xfrm>
            <a:off x="3363980" y="1005525"/>
            <a:ext cx="5501898" cy="904052"/>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dirty="0"/>
              <a:t>—</a:t>
            </a:r>
            <a:r>
              <a:rPr lang="en" sz="2800" dirty="0"/>
              <a:t>OBJETIVO</a:t>
            </a:r>
            <a:r>
              <a:rPr lang="en" dirty="0"/>
              <a:t> </a:t>
            </a:r>
            <a:r>
              <a:rPr lang="en" sz="2800" dirty="0"/>
              <a:t>GENERAL</a:t>
            </a:r>
            <a:endParaRPr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4"/>
        <p:cNvGrpSpPr/>
        <p:nvPr/>
      </p:nvGrpSpPr>
      <p:grpSpPr>
        <a:xfrm>
          <a:off x="0" y="0"/>
          <a:ext cx="0" cy="0"/>
          <a:chOff x="0" y="0"/>
          <a:chExt cx="0" cy="0"/>
        </a:xfrm>
      </p:grpSpPr>
      <p:sp>
        <p:nvSpPr>
          <p:cNvPr id="2815" name="Google Shape;2815;p65"/>
          <p:cNvSpPr txBox="1">
            <a:spLocks noGrp="1"/>
          </p:cNvSpPr>
          <p:nvPr>
            <p:ph type="title"/>
          </p:nvPr>
        </p:nvSpPr>
        <p:spPr>
          <a:xfrm>
            <a:off x="713400" y="539496"/>
            <a:ext cx="7717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dirty="0"/>
              <a:t>OBJETIVOS ESPECIFICOS </a:t>
            </a:r>
            <a:endParaRPr dirty="0"/>
          </a:p>
        </p:txBody>
      </p:sp>
      <p:sp>
        <p:nvSpPr>
          <p:cNvPr id="2816" name="Google Shape;2816;p65"/>
          <p:cNvSpPr txBox="1">
            <a:spLocks noGrp="1"/>
          </p:cNvSpPr>
          <p:nvPr>
            <p:ph type="body" idx="1"/>
          </p:nvPr>
        </p:nvSpPr>
        <p:spPr>
          <a:xfrm>
            <a:off x="713502" y="1155207"/>
            <a:ext cx="6826881" cy="3318294"/>
          </a:xfrm>
          <a:prstGeom prst="rect">
            <a:avLst/>
          </a:prstGeom>
        </p:spPr>
        <p:txBody>
          <a:bodyPr spcFirstLastPara="1" wrap="square" lIns="91425" tIns="91425" rIns="91425" bIns="91425" anchor="t" anchorCtr="0">
            <a:noAutofit/>
          </a:bodyPr>
          <a:lstStyle/>
          <a:p>
            <a:pPr marL="342900" lvl="0" indent="-342900">
              <a:spcAft>
                <a:spcPts val="400"/>
              </a:spcAft>
              <a:buFont typeface="Symbol" panose="05050102010706020507" pitchFamily="18" charset="2"/>
              <a:buChar char=""/>
              <a:tabLst>
                <a:tab pos="228600" algn="l"/>
              </a:tabLst>
            </a:pPr>
            <a:r>
              <a:rPr lang="es-MX" dirty="0">
                <a:effectLst/>
                <a:latin typeface="Arial" panose="020B0604020202020204" pitchFamily="34" charset="0"/>
                <a:ea typeface="Arial" panose="020B0604020202020204" pitchFamily="34" charset="0"/>
                <a:cs typeface="Times New Roman" panose="02020603050405020304" pitchFamily="18" charset="0"/>
              </a:rPr>
              <a:t>Analizar las necesidades de promoción y presentación de productos del estudio mobiliario TOMATI.</a:t>
            </a:r>
          </a:p>
          <a:p>
            <a:pPr marL="342900" lvl="0" indent="-342900">
              <a:spcAft>
                <a:spcPts val="400"/>
              </a:spcAft>
              <a:buFont typeface="Symbol" panose="05050102010706020507" pitchFamily="18" charset="2"/>
              <a:buChar char=""/>
              <a:tabLst>
                <a:tab pos="228600" algn="l"/>
              </a:tabLst>
            </a:pPr>
            <a:r>
              <a:rPr lang="es-MX" dirty="0">
                <a:effectLst/>
                <a:latin typeface="Arial" panose="020B0604020202020204" pitchFamily="34" charset="0"/>
                <a:ea typeface="Arial" panose="020B0604020202020204" pitchFamily="34" charset="0"/>
                <a:cs typeface="Times New Roman" panose="02020603050405020304" pitchFamily="18" charset="0"/>
              </a:rPr>
              <a:t>Diseñar una estructura web clara que permita organizar productos, trabajos realizados, precios y datos de contacto.</a:t>
            </a:r>
          </a:p>
          <a:p>
            <a:pPr marL="342900" lvl="0" indent="-342900">
              <a:spcAft>
                <a:spcPts val="400"/>
              </a:spcAft>
              <a:buFont typeface="Symbol" panose="05050102010706020507" pitchFamily="18" charset="2"/>
              <a:buChar char=""/>
              <a:tabLst>
                <a:tab pos="228600" algn="l"/>
              </a:tabLst>
            </a:pPr>
            <a:r>
              <a:rPr lang="es-MX" dirty="0">
                <a:effectLst/>
                <a:latin typeface="Arial" panose="020B0604020202020204" pitchFamily="34" charset="0"/>
                <a:ea typeface="Arial" panose="020B0604020202020204" pitchFamily="34" charset="0"/>
                <a:cs typeface="Times New Roman" panose="02020603050405020304" pitchFamily="18" charset="0"/>
              </a:rPr>
              <a:t>Desarrollar un catálogo y una galería digital para mostrar los muebles de melamina fabricados por la empresa.</a:t>
            </a:r>
          </a:p>
          <a:p>
            <a:pPr marL="342900" lvl="0" indent="-342900">
              <a:spcAft>
                <a:spcPts val="400"/>
              </a:spcAft>
              <a:buFont typeface="Symbol" panose="05050102010706020507" pitchFamily="18" charset="2"/>
              <a:buChar char=""/>
              <a:tabLst>
                <a:tab pos="228600" algn="l"/>
              </a:tabLst>
            </a:pPr>
            <a:r>
              <a:rPr lang="es-MX" dirty="0">
                <a:effectLst/>
                <a:latin typeface="Arial" panose="020B0604020202020204" pitchFamily="34" charset="0"/>
                <a:ea typeface="Arial" panose="020B0604020202020204" pitchFamily="34" charset="0"/>
                <a:cs typeface="Times New Roman" panose="02020603050405020304" pitchFamily="18" charset="0"/>
              </a:rPr>
              <a:t>Implementar formularios y medios de contacto que faciliten las consultas y la recepción de pedidos.</a:t>
            </a:r>
          </a:p>
          <a:p>
            <a:pPr marL="342900" lvl="0" indent="-342900">
              <a:spcAft>
                <a:spcPts val="400"/>
              </a:spcAft>
              <a:buFont typeface="Symbol" panose="05050102010706020507" pitchFamily="18" charset="2"/>
              <a:buChar char=""/>
              <a:tabLst>
                <a:tab pos="228600" algn="l"/>
              </a:tabLst>
            </a:pPr>
            <a:r>
              <a:rPr lang="es-MX" dirty="0">
                <a:effectLst/>
                <a:latin typeface="Arial" panose="020B0604020202020204" pitchFamily="34" charset="0"/>
                <a:ea typeface="Arial" panose="020B0604020202020204" pitchFamily="34" charset="0"/>
                <a:cs typeface="Times New Roman" panose="02020603050405020304" pitchFamily="18" charset="0"/>
              </a:rPr>
              <a:t>Incorporar funciones de carrito e inicio de sesión de acuerdo con el alcance definido para la propuesta.</a:t>
            </a:r>
          </a:p>
          <a:p>
            <a:pPr marL="342900" lvl="0" indent="-342900">
              <a:spcAft>
                <a:spcPts val="400"/>
              </a:spcAft>
              <a:buFont typeface="Symbol" panose="05050102010706020507" pitchFamily="18" charset="2"/>
              <a:buChar char=""/>
              <a:tabLst>
                <a:tab pos="228600" algn="l"/>
              </a:tabLst>
            </a:pPr>
            <a:r>
              <a:rPr lang="es-MX" dirty="0">
                <a:effectLst/>
                <a:latin typeface="Arial" panose="020B0604020202020204" pitchFamily="34" charset="0"/>
                <a:ea typeface="Arial" panose="020B0604020202020204" pitchFamily="34" charset="0"/>
                <a:cs typeface="Times New Roman" panose="02020603050405020304" pitchFamily="18" charset="0"/>
              </a:rPr>
              <a:t>Realizar pruebas de funcionamiento y presentación en diferentes tamaños de pantalla para mejorar la experiencia del usuario.</a:t>
            </a:r>
          </a:p>
          <a:p>
            <a:pPr marL="457200" lvl="0" indent="-330200" algn="l" rtl="0">
              <a:spcBef>
                <a:spcPts val="0"/>
              </a:spcBef>
              <a:spcAft>
                <a:spcPts val="0"/>
              </a:spcAft>
              <a:buClr>
                <a:schemeClr val="dk2"/>
              </a:buClr>
              <a:buSzPts val="1600"/>
              <a:buChar char="●"/>
            </a:pPr>
            <a:endParaRPr dirty="0">
              <a:solidFill>
                <a:schemeClr val="dk2"/>
              </a:solidFill>
            </a:endParaRPr>
          </a:p>
        </p:txBody>
      </p:sp>
      <p:sp>
        <p:nvSpPr>
          <p:cNvPr id="2818" name="Google Shape;2818;p65"/>
          <p:cNvSpPr/>
          <p:nvPr/>
        </p:nvSpPr>
        <p:spPr>
          <a:xfrm rot="10800000" flipH="1">
            <a:off x="7540642" y="4139572"/>
            <a:ext cx="465389" cy="469003"/>
          </a:xfrm>
          <a:custGeom>
            <a:avLst/>
            <a:gdLst/>
            <a:ahLst/>
            <a:cxnLst/>
            <a:rect l="l" t="t" r="r" b="b"/>
            <a:pathLst>
              <a:path w="20316" h="20476" extrusionOk="0">
                <a:moveTo>
                  <a:pt x="10181" y="1"/>
                </a:moveTo>
                <a:cubicBezTo>
                  <a:pt x="4383" y="1"/>
                  <a:pt x="1" y="4406"/>
                  <a:pt x="1" y="10227"/>
                </a:cubicBezTo>
                <a:cubicBezTo>
                  <a:pt x="1" y="16047"/>
                  <a:pt x="4360" y="20452"/>
                  <a:pt x="10112" y="20475"/>
                </a:cubicBezTo>
                <a:lnTo>
                  <a:pt x="10112" y="15979"/>
                </a:lnTo>
                <a:cubicBezTo>
                  <a:pt x="7419" y="15956"/>
                  <a:pt x="4566" y="13947"/>
                  <a:pt x="4566" y="10227"/>
                </a:cubicBezTo>
                <a:cubicBezTo>
                  <a:pt x="4566" y="7465"/>
                  <a:pt x="6551" y="4498"/>
                  <a:pt x="10181" y="4498"/>
                </a:cubicBezTo>
                <a:cubicBezTo>
                  <a:pt x="13331" y="4498"/>
                  <a:pt x="15704" y="6849"/>
                  <a:pt x="15796" y="10021"/>
                </a:cubicBezTo>
                <a:lnTo>
                  <a:pt x="20315" y="10021"/>
                </a:lnTo>
                <a:cubicBezTo>
                  <a:pt x="20224" y="4292"/>
                  <a:pt x="15887" y="1"/>
                  <a:pt x="101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65"/>
          <p:cNvSpPr/>
          <p:nvPr/>
        </p:nvSpPr>
        <p:spPr>
          <a:xfrm rot="10800000" flipH="1">
            <a:off x="7751017" y="3721537"/>
            <a:ext cx="320463" cy="666049"/>
          </a:xfrm>
          <a:custGeom>
            <a:avLst/>
            <a:gdLst/>
            <a:ahLst/>
            <a:cxnLst/>
            <a:rect l="l" t="t" r="r" b="b"/>
            <a:pathLst>
              <a:path w="25474" h="50126" extrusionOk="0">
                <a:moveTo>
                  <a:pt x="0" y="1"/>
                </a:moveTo>
                <a:lnTo>
                  <a:pt x="0" y="50125"/>
                </a:lnTo>
                <a:lnTo>
                  <a:pt x="25473" y="50125"/>
                </a:lnTo>
                <a:lnTo>
                  <a:pt x="254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20" name="Google Shape;2820;p65"/>
          <p:cNvGrpSpPr/>
          <p:nvPr/>
        </p:nvGrpSpPr>
        <p:grpSpPr>
          <a:xfrm flipH="1">
            <a:off x="7750500" y="1532676"/>
            <a:ext cx="320570" cy="2415175"/>
            <a:chOff x="7368075" y="472000"/>
            <a:chExt cx="461650" cy="3478575"/>
          </a:xfrm>
        </p:grpSpPr>
        <p:sp>
          <p:nvSpPr>
            <p:cNvPr id="2821" name="Google Shape;2821;p65"/>
            <p:cNvSpPr/>
            <p:nvPr/>
          </p:nvSpPr>
          <p:spPr>
            <a:xfrm>
              <a:off x="7368075" y="472000"/>
              <a:ext cx="461650" cy="3478575"/>
            </a:xfrm>
            <a:custGeom>
              <a:avLst/>
              <a:gdLst/>
              <a:ahLst/>
              <a:cxnLst/>
              <a:rect l="l" t="t" r="r" b="b"/>
              <a:pathLst>
                <a:path w="18466" h="139143" extrusionOk="0">
                  <a:moveTo>
                    <a:pt x="0" y="0"/>
                  </a:moveTo>
                  <a:lnTo>
                    <a:pt x="0" y="139143"/>
                  </a:lnTo>
                  <a:lnTo>
                    <a:pt x="18466" y="139143"/>
                  </a:lnTo>
                  <a:lnTo>
                    <a:pt x="1846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65"/>
            <p:cNvSpPr/>
            <p:nvPr/>
          </p:nvSpPr>
          <p:spPr>
            <a:xfrm>
              <a:off x="7434250" y="530775"/>
              <a:ext cx="328725" cy="595200"/>
            </a:xfrm>
            <a:custGeom>
              <a:avLst/>
              <a:gdLst/>
              <a:ahLst/>
              <a:cxnLst/>
              <a:rect l="l" t="t" r="r" b="b"/>
              <a:pathLst>
                <a:path w="13149" h="23808" extrusionOk="0">
                  <a:moveTo>
                    <a:pt x="6575" y="0"/>
                  </a:moveTo>
                  <a:cubicBezTo>
                    <a:pt x="1" y="6574"/>
                    <a:pt x="1" y="17233"/>
                    <a:pt x="6575" y="23807"/>
                  </a:cubicBezTo>
                  <a:cubicBezTo>
                    <a:pt x="13148" y="17233"/>
                    <a:pt x="13148" y="6574"/>
                    <a:pt x="65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65"/>
            <p:cNvSpPr/>
            <p:nvPr/>
          </p:nvSpPr>
          <p:spPr>
            <a:xfrm>
              <a:off x="7434250" y="120182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65"/>
            <p:cNvSpPr/>
            <p:nvPr/>
          </p:nvSpPr>
          <p:spPr>
            <a:xfrm>
              <a:off x="7475350" y="829200"/>
              <a:ext cx="246525" cy="296775"/>
            </a:xfrm>
            <a:custGeom>
              <a:avLst/>
              <a:gdLst/>
              <a:ahLst/>
              <a:cxnLst/>
              <a:rect l="l" t="t" r="r" b="b"/>
              <a:pathLst>
                <a:path w="9861" h="11871" extrusionOk="0">
                  <a:moveTo>
                    <a:pt x="0" y="1"/>
                  </a:moveTo>
                  <a:cubicBezTo>
                    <a:pt x="23" y="4292"/>
                    <a:pt x="1667" y="8583"/>
                    <a:pt x="4931" y="11870"/>
                  </a:cubicBezTo>
                  <a:cubicBezTo>
                    <a:pt x="8217" y="8583"/>
                    <a:pt x="9861" y="4292"/>
                    <a:pt x="9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65"/>
            <p:cNvSpPr/>
            <p:nvPr/>
          </p:nvSpPr>
          <p:spPr>
            <a:xfrm>
              <a:off x="7475350" y="1500275"/>
              <a:ext cx="246525" cy="296750"/>
            </a:xfrm>
            <a:custGeom>
              <a:avLst/>
              <a:gdLst/>
              <a:ahLst/>
              <a:cxnLst/>
              <a:rect l="l" t="t" r="r" b="b"/>
              <a:pathLst>
                <a:path w="9861" h="11870" extrusionOk="0">
                  <a:moveTo>
                    <a:pt x="0" y="0"/>
                  </a:moveTo>
                  <a:cubicBezTo>
                    <a:pt x="23" y="4292"/>
                    <a:pt x="1667" y="8583"/>
                    <a:pt x="4931" y="11869"/>
                  </a:cubicBezTo>
                  <a:cubicBezTo>
                    <a:pt x="8217" y="8583"/>
                    <a:pt x="9861" y="4292"/>
                    <a:pt x="9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65"/>
            <p:cNvSpPr/>
            <p:nvPr/>
          </p:nvSpPr>
          <p:spPr>
            <a:xfrm>
              <a:off x="7552375" y="652875"/>
              <a:ext cx="101600" cy="102175"/>
            </a:xfrm>
            <a:custGeom>
              <a:avLst/>
              <a:gdLst/>
              <a:ahLst/>
              <a:cxnLst/>
              <a:rect l="l" t="t" r="r" b="b"/>
              <a:pathLst>
                <a:path w="4064" h="4087" extrusionOk="0">
                  <a:moveTo>
                    <a:pt x="2032" y="1"/>
                  </a:moveTo>
                  <a:cubicBezTo>
                    <a:pt x="914" y="1"/>
                    <a:pt x="1" y="914"/>
                    <a:pt x="1" y="2055"/>
                  </a:cubicBezTo>
                  <a:cubicBezTo>
                    <a:pt x="1" y="3174"/>
                    <a:pt x="914" y="4087"/>
                    <a:pt x="2032" y="4087"/>
                  </a:cubicBezTo>
                  <a:cubicBezTo>
                    <a:pt x="3151" y="4087"/>
                    <a:pt x="4064" y="3174"/>
                    <a:pt x="4064" y="2055"/>
                  </a:cubicBezTo>
                  <a:cubicBezTo>
                    <a:pt x="4064" y="914"/>
                    <a:pt x="3151" y="1"/>
                    <a:pt x="20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65"/>
            <p:cNvSpPr/>
            <p:nvPr/>
          </p:nvSpPr>
          <p:spPr>
            <a:xfrm>
              <a:off x="7550675" y="1547075"/>
              <a:ext cx="101600" cy="101575"/>
            </a:xfrm>
            <a:custGeom>
              <a:avLst/>
              <a:gdLst/>
              <a:ahLst/>
              <a:cxnLst/>
              <a:rect l="l" t="t" r="r" b="b"/>
              <a:pathLst>
                <a:path w="4064" h="4063" extrusionOk="0">
                  <a:moveTo>
                    <a:pt x="2032" y="0"/>
                  </a:moveTo>
                  <a:cubicBezTo>
                    <a:pt x="913" y="0"/>
                    <a:pt x="0" y="890"/>
                    <a:pt x="0" y="2031"/>
                  </a:cubicBezTo>
                  <a:cubicBezTo>
                    <a:pt x="0" y="3150"/>
                    <a:pt x="913" y="4063"/>
                    <a:pt x="2032" y="4063"/>
                  </a:cubicBezTo>
                  <a:cubicBezTo>
                    <a:pt x="3150" y="4063"/>
                    <a:pt x="4063" y="3150"/>
                    <a:pt x="4063" y="2031"/>
                  </a:cubicBezTo>
                  <a:cubicBezTo>
                    <a:pt x="4063" y="890"/>
                    <a:pt x="3173" y="0"/>
                    <a:pt x="20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65"/>
            <p:cNvSpPr/>
            <p:nvPr/>
          </p:nvSpPr>
          <p:spPr>
            <a:xfrm>
              <a:off x="7434250" y="1871175"/>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65"/>
            <p:cNvSpPr/>
            <p:nvPr/>
          </p:nvSpPr>
          <p:spPr>
            <a:xfrm>
              <a:off x="7434250" y="2542250"/>
              <a:ext cx="328725" cy="595175"/>
            </a:xfrm>
            <a:custGeom>
              <a:avLst/>
              <a:gdLst/>
              <a:ahLst/>
              <a:cxnLst/>
              <a:rect l="l" t="t" r="r" b="b"/>
              <a:pathLst>
                <a:path w="13149" h="23807" extrusionOk="0">
                  <a:moveTo>
                    <a:pt x="6575" y="0"/>
                  </a:moveTo>
                  <a:cubicBezTo>
                    <a:pt x="1" y="6574"/>
                    <a:pt x="1" y="17233"/>
                    <a:pt x="6575" y="23807"/>
                  </a:cubicBezTo>
                  <a:cubicBezTo>
                    <a:pt x="13148" y="17233"/>
                    <a:pt x="13148" y="6574"/>
                    <a:pt x="65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65"/>
            <p:cNvSpPr/>
            <p:nvPr/>
          </p:nvSpPr>
          <p:spPr>
            <a:xfrm>
              <a:off x="7475350" y="2169625"/>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65"/>
            <p:cNvSpPr/>
            <p:nvPr/>
          </p:nvSpPr>
          <p:spPr>
            <a:xfrm>
              <a:off x="7475350" y="2840675"/>
              <a:ext cx="246525" cy="296750"/>
            </a:xfrm>
            <a:custGeom>
              <a:avLst/>
              <a:gdLst/>
              <a:ahLst/>
              <a:cxnLst/>
              <a:rect l="l" t="t" r="r" b="b"/>
              <a:pathLst>
                <a:path w="9861" h="11870" extrusionOk="0">
                  <a:moveTo>
                    <a:pt x="0" y="1"/>
                  </a:moveTo>
                  <a:cubicBezTo>
                    <a:pt x="23" y="4292"/>
                    <a:pt x="1667" y="8583"/>
                    <a:pt x="4931" y="11870"/>
                  </a:cubicBezTo>
                  <a:cubicBezTo>
                    <a:pt x="8217" y="8583"/>
                    <a:pt x="9861" y="4292"/>
                    <a:pt x="98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65"/>
            <p:cNvSpPr/>
            <p:nvPr/>
          </p:nvSpPr>
          <p:spPr>
            <a:xfrm>
              <a:off x="7552375" y="1993300"/>
              <a:ext cx="101600" cy="102175"/>
            </a:xfrm>
            <a:custGeom>
              <a:avLst/>
              <a:gdLst/>
              <a:ahLst/>
              <a:cxnLst/>
              <a:rect l="l" t="t" r="r" b="b"/>
              <a:pathLst>
                <a:path w="4064" h="4087" extrusionOk="0">
                  <a:moveTo>
                    <a:pt x="2032" y="0"/>
                  </a:moveTo>
                  <a:cubicBezTo>
                    <a:pt x="914" y="0"/>
                    <a:pt x="1" y="913"/>
                    <a:pt x="1" y="2032"/>
                  </a:cubicBezTo>
                  <a:cubicBezTo>
                    <a:pt x="1" y="3173"/>
                    <a:pt x="914" y="4086"/>
                    <a:pt x="2032" y="4086"/>
                  </a:cubicBezTo>
                  <a:cubicBezTo>
                    <a:pt x="3151" y="4086"/>
                    <a:pt x="4064" y="3173"/>
                    <a:pt x="4064" y="2032"/>
                  </a:cubicBezTo>
                  <a:cubicBezTo>
                    <a:pt x="4064" y="913"/>
                    <a:pt x="3151" y="0"/>
                    <a:pt x="20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65"/>
            <p:cNvSpPr/>
            <p:nvPr/>
          </p:nvSpPr>
          <p:spPr>
            <a:xfrm>
              <a:off x="7434250" y="3206450"/>
              <a:ext cx="328725" cy="595200"/>
            </a:xfrm>
            <a:custGeom>
              <a:avLst/>
              <a:gdLst/>
              <a:ahLst/>
              <a:cxnLst/>
              <a:rect l="l" t="t" r="r" b="b"/>
              <a:pathLst>
                <a:path w="13149" h="23808" extrusionOk="0">
                  <a:moveTo>
                    <a:pt x="6575" y="1"/>
                  </a:moveTo>
                  <a:cubicBezTo>
                    <a:pt x="1" y="6574"/>
                    <a:pt x="1" y="17234"/>
                    <a:pt x="6575" y="23807"/>
                  </a:cubicBezTo>
                  <a:cubicBezTo>
                    <a:pt x="13148" y="17234"/>
                    <a:pt x="13148" y="6574"/>
                    <a:pt x="65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65"/>
            <p:cNvSpPr/>
            <p:nvPr/>
          </p:nvSpPr>
          <p:spPr>
            <a:xfrm>
              <a:off x="7475350" y="3504900"/>
              <a:ext cx="246525" cy="296750"/>
            </a:xfrm>
            <a:custGeom>
              <a:avLst/>
              <a:gdLst/>
              <a:ahLst/>
              <a:cxnLst/>
              <a:rect l="l" t="t" r="r" b="b"/>
              <a:pathLst>
                <a:path w="9861" h="11870" extrusionOk="0">
                  <a:moveTo>
                    <a:pt x="0" y="0"/>
                  </a:moveTo>
                  <a:cubicBezTo>
                    <a:pt x="23" y="4291"/>
                    <a:pt x="1667" y="8583"/>
                    <a:pt x="4931" y="11869"/>
                  </a:cubicBezTo>
                  <a:cubicBezTo>
                    <a:pt x="8217" y="8583"/>
                    <a:pt x="9861" y="4291"/>
                    <a:pt x="9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65"/>
            <p:cNvSpPr/>
            <p:nvPr/>
          </p:nvSpPr>
          <p:spPr>
            <a:xfrm>
              <a:off x="7552375" y="3328575"/>
              <a:ext cx="101600" cy="102175"/>
            </a:xfrm>
            <a:custGeom>
              <a:avLst/>
              <a:gdLst/>
              <a:ahLst/>
              <a:cxnLst/>
              <a:rect l="l" t="t" r="r" b="b"/>
              <a:pathLst>
                <a:path w="4064" h="4087" extrusionOk="0">
                  <a:moveTo>
                    <a:pt x="2032" y="0"/>
                  </a:moveTo>
                  <a:cubicBezTo>
                    <a:pt x="914" y="0"/>
                    <a:pt x="1" y="913"/>
                    <a:pt x="1" y="2055"/>
                  </a:cubicBezTo>
                  <a:cubicBezTo>
                    <a:pt x="1" y="3173"/>
                    <a:pt x="914" y="4086"/>
                    <a:pt x="2032" y="4086"/>
                  </a:cubicBezTo>
                  <a:cubicBezTo>
                    <a:pt x="3151" y="4086"/>
                    <a:pt x="4064" y="3173"/>
                    <a:pt x="4064" y="2055"/>
                  </a:cubicBezTo>
                  <a:cubicBezTo>
                    <a:pt x="4064" y="913"/>
                    <a:pt x="3151" y="0"/>
                    <a:pt x="20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65"/>
            <p:cNvSpPr/>
            <p:nvPr/>
          </p:nvSpPr>
          <p:spPr>
            <a:xfrm>
              <a:off x="7550675" y="2886900"/>
              <a:ext cx="101600" cy="102175"/>
            </a:xfrm>
            <a:custGeom>
              <a:avLst/>
              <a:gdLst/>
              <a:ahLst/>
              <a:cxnLst/>
              <a:rect l="l" t="t" r="r" b="b"/>
              <a:pathLst>
                <a:path w="4064" h="4087" extrusionOk="0">
                  <a:moveTo>
                    <a:pt x="2032" y="1"/>
                  </a:moveTo>
                  <a:cubicBezTo>
                    <a:pt x="913" y="1"/>
                    <a:pt x="0" y="914"/>
                    <a:pt x="0" y="2055"/>
                  </a:cubicBezTo>
                  <a:cubicBezTo>
                    <a:pt x="0" y="3173"/>
                    <a:pt x="913" y="4086"/>
                    <a:pt x="2032" y="4086"/>
                  </a:cubicBezTo>
                  <a:cubicBezTo>
                    <a:pt x="3150" y="4086"/>
                    <a:pt x="4063" y="3173"/>
                    <a:pt x="4063" y="2055"/>
                  </a:cubicBezTo>
                  <a:cubicBezTo>
                    <a:pt x="4063" y="914"/>
                    <a:pt x="3173" y="1"/>
                    <a:pt x="20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46"/>
        <p:cNvGrpSpPr/>
        <p:nvPr/>
      </p:nvGrpSpPr>
      <p:grpSpPr>
        <a:xfrm>
          <a:off x="0" y="0"/>
          <a:ext cx="0" cy="0"/>
          <a:chOff x="0" y="0"/>
          <a:chExt cx="0" cy="0"/>
        </a:xfrm>
      </p:grpSpPr>
      <p:sp>
        <p:nvSpPr>
          <p:cNvPr id="4452" name="Google Shape;4452;p115"/>
          <p:cNvSpPr txBox="1">
            <a:spLocks noGrp="1"/>
          </p:cNvSpPr>
          <p:nvPr>
            <p:ph type="title"/>
          </p:nvPr>
        </p:nvSpPr>
        <p:spPr>
          <a:xfrm>
            <a:off x="2054003" y="4432925"/>
            <a:ext cx="7717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dirty="0"/>
              <a:t>,</a:t>
            </a:r>
            <a:endParaRPr dirty="0"/>
          </a:p>
        </p:txBody>
      </p:sp>
      <p:sp>
        <p:nvSpPr>
          <p:cNvPr id="4453" name="Google Shape;4453;p115"/>
          <p:cNvSpPr txBox="1">
            <a:spLocks noGrp="1"/>
          </p:cNvSpPr>
          <p:nvPr>
            <p:ph type="subTitle" idx="1"/>
          </p:nvPr>
        </p:nvSpPr>
        <p:spPr>
          <a:xfrm>
            <a:off x="147712" y="309966"/>
            <a:ext cx="8415102" cy="40140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a:t>
            </a:r>
            <a:r>
              <a:rPr lang="en" sz="1800" b="1" dirty="0">
                <a:latin typeface="+mn-lt"/>
              </a:rPr>
              <a:t>JUSTIFICACION TECNICA : </a:t>
            </a:r>
            <a:r>
              <a:rPr lang="es-MX" dirty="0">
                <a:solidFill>
                  <a:srgbClr val="000000"/>
                </a:solidFill>
                <a:effectLst/>
                <a:latin typeface="Arial" panose="020B0604020202020204" pitchFamily="34" charset="0"/>
                <a:ea typeface="Arial" panose="020B0604020202020204" pitchFamily="34" charset="0"/>
              </a:rPr>
              <a:t>El proyecto se justifica técnicamente mediante el uso de tecnologías de desarrollo web. HTML se empleará para estructurar el contenido de la página; CSS para definir la presentación visual, distribución y adaptación a diferentes pantallas; y JavaScript para implementar interacciones y funciones dinámicas</a:t>
            </a:r>
            <a:endParaRPr lang="en" dirty="0">
              <a:solidFill>
                <a:srgbClr val="000000"/>
              </a:solidFill>
              <a:effectLst/>
              <a:latin typeface="Arial" panose="020B0604020202020204" pitchFamily="34" charset="0"/>
              <a:ea typeface="Arial" panose="020B0604020202020204" pitchFamily="34" charset="0"/>
            </a:endParaRPr>
          </a:p>
          <a:p>
            <a:pPr marL="0" indent="0">
              <a:buClr>
                <a:schemeClr val="dk1"/>
              </a:buClr>
              <a:buSzPts val="1100"/>
            </a:pPr>
            <a:r>
              <a:rPr lang="en" sz="1800" dirty="0">
                <a:solidFill>
                  <a:srgbClr val="000000"/>
                </a:solidFill>
                <a:latin typeface="Arial" panose="020B0604020202020204" pitchFamily="34" charset="0"/>
              </a:rPr>
              <a:t>-</a:t>
            </a:r>
            <a:r>
              <a:rPr lang="en" sz="1800" b="1" dirty="0">
                <a:solidFill>
                  <a:srgbClr val="000000"/>
                </a:solidFill>
                <a:latin typeface="+mn-lt"/>
              </a:rPr>
              <a:t>JUSTIFICACION ECONOMICA-FINANCIERA </a:t>
            </a:r>
            <a:r>
              <a:rPr lang="en" dirty="0">
                <a:solidFill>
                  <a:srgbClr val="000000"/>
                </a:solidFill>
                <a:latin typeface="Arial" panose="020B0604020202020204" pitchFamily="34" charset="0"/>
              </a:rPr>
              <a:t>: </a:t>
            </a:r>
            <a:r>
              <a:rPr lang="es-MX" dirty="0">
                <a:solidFill>
                  <a:srgbClr val="000000"/>
                </a:solidFill>
                <a:effectLst/>
                <a:latin typeface="Arial" panose="020B0604020202020204" pitchFamily="34" charset="0"/>
                <a:ea typeface="Arial" panose="020B0604020202020204" pitchFamily="34" charset="0"/>
              </a:rPr>
              <a:t>La propuesta puede contribuir a reducir la dependencia de algunos medios de publicidad impresos, ya que una página web permite concentrar información comercial en un recurso digital que puede actualizarse sin tener que volver a imprimir catálogos completos. También puede facilitar que los clientes consulten información antes de realizar una visita o comunicación directa.</a:t>
            </a:r>
          </a:p>
          <a:p>
            <a:pPr marL="0" indent="0">
              <a:buClr>
                <a:schemeClr val="dk1"/>
              </a:buClr>
              <a:buSzPts val="1100"/>
            </a:pPr>
            <a:r>
              <a:rPr lang="es-MX" sz="1800" b="1" dirty="0">
                <a:solidFill>
                  <a:srgbClr val="000000"/>
                </a:solidFill>
                <a:latin typeface="Arial" panose="020B0604020202020204" pitchFamily="34" charset="0"/>
                <a:ea typeface="Arial" panose="020B0604020202020204" pitchFamily="34" charset="0"/>
              </a:rPr>
              <a:t>-JUSTIFICACION SOCIAL : </a:t>
            </a:r>
            <a:r>
              <a:rPr lang="es-MX" dirty="0">
                <a:solidFill>
                  <a:srgbClr val="000000"/>
                </a:solidFill>
                <a:effectLst/>
                <a:latin typeface="Arial" panose="020B0604020202020204" pitchFamily="34" charset="0"/>
                <a:ea typeface="Arial" panose="020B0604020202020204" pitchFamily="34" charset="0"/>
              </a:rPr>
              <a:t>La propuesta beneficia a la empresa y a las personas interesadas en sus productos al facilitar el acceso a información sobre muebles de melamina. Un espacio digital organizado permite que los usuarios conozcan los trabajos realizados, consulten características y encuentren medios de contacto. Asimismo, fortalece la aplicación práctica de conocimientos de Sistemas Informáticos en una necesidad real de un emprendimiento local</a:t>
            </a:r>
            <a:r>
              <a:rPr lang="es-MX" sz="1800" dirty="0">
                <a:solidFill>
                  <a:srgbClr val="000000"/>
                </a:solidFill>
                <a:effectLst/>
                <a:latin typeface="Arial" panose="020B0604020202020204" pitchFamily="34" charset="0"/>
                <a:ea typeface="Arial" panose="020B0604020202020204" pitchFamily="34" charset="0"/>
              </a:rPr>
              <a:t>.</a:t>
            </a:r>
          </a:p>
          <a:p>
            <a:pPr marL="0" indent="0">
              <a:buClr>
                <a:schemeClr val="dk1"/>
              </a:buClr>
              <a:buSzPts val="1100"/>
            </a:pPr>
            <a:endParaRPr lang="es-MX" sz="1800" dirty="0">
              <a:solidFill>
                <a:srgbClr val="000000"/>
              </a:solidFill>
              <a:effectLst/>
              <a:latin typeface="Arial" panose="020B0604020202020204" pitchFamily="34" charset="0"/>
              <a:ea typeface="Arial" panose="020B0604020202020204" pitchFamily="34" charset="0"/>
            </a:endParaRPr>
          </a:p>
          <a:p>
            <a:pPr marL="0" lvl="0" indent="0" algn="ctr" rtl="0">
              <a:spcBef>
                <a:spcPts val="0"/>
              </a:spcBef>
              <a:spcAft>
                <a:spcPts val="0"/>
              </a:spcAft>
              <a:buClr>
                <a:schemeClr val="dk1"/>
              </a:buClr>
              <a:buSzPts val="1100"/>
              <a:buFont typeface="Arial"/>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46"/>
        <p:cNvGrpSpPr/>
        <p:nvPr/>
      </p:nvGrpSpPr>
      <p:grpSpPr>
        <a:xfrm>
          <a:off x="0" y="0"/>
          <a:ext cx="0" cy="0"/>
          <a:chOff x="0" y="0"/>
          <a:chExt cx="0" cy="0"/>
        </a:xfrm>
      </p:grpSpPr>
      <p:sp>
        <p:nvSpPr>
          <p:cNvPr id="2647" name="Google Shape;2647;p58"/>
          <p:cNvSpPr txBox="1">
            <a:spLocks noGrp="1"/>
          </p:cNvSpPr>
          <p:nvPr>
            <p:ph type="body" idx="1"/>
          </p:nvPr>
        </p:nvSpPr>
        <p:spPr>
          <a:xfrm>
            <a:off x="147234" y="1091975"/>
            <a:ext cx="8679050" cy="4393769"/>
          </a:xfrm>
          <a:prstGeom prst="rect">
            <a:avLst/>
          </a:prstGeom>
        </p:spPr>
        <p:txBody>
          <a:bodyPr spcFirstLastPara="1" wrap="square" lIns="91425" tIns="91425" rIns="91425" bIns="91425" anchor="t" anchorCtr="0">
            <a:noAutofit/>
          </a:bodyPr>
          <a:lstStyle/>
          <a:p>
            <a:pPr marL="0" marR="3810" indent="0" algn="just">
              <a:lnSpc>
                <a:spcPct val="150000"/>
              </a:lnSpc>
              <a:spcAft>
                <a:spcPts val="40"/>
              </a:spcAft>
              <a:buNone/>
            </a:pPr>
            <a:r>
              <a:rPr lang="es-BO" b="1" dirty="0">
                <a:solidFill>
                  <a:srgbClr val="000000"/>
                </a:solidFill>
                <a:effectLst/>
                <a:latin typeface="Arial" panose="020B0604020202020204" pitchFamily="34" charset="0"/>
                <a:ea typeface="Arial" panose="020B0604020202020204" pitchFamily="34" charset="0"/>
              </a:rPr>
              <a:t>2.1   DESARROLLO DE PAGINAS WEB</a:t>
            </a:r>
            <a:endParaRPr lang="es-MX" dirty="0">
              <a:solidFill>
                <a:srgbClr val="000000"/>
              </a:solidFill>
              <a:effectLst/>
              <a:latin typeface="Arial" panose="020B0604020202020204" pitchFamily="34" charset="0"/>
              <a:ea typeface="Arial" panose="020B0604020202020204" pitchFamily="34" charset="0"/>
            </a:endParaRPr>
          </a:p>
          <a:p>
            <a:pPr marL="0" marR="1270" indent="0" algn="just">
              <a:lnSpc>
                <a:spcPct val="150000"/>
              </a:lnSpc>
              <a:spcAft>
                <a:spcPts val="40"/>
              </a:spcAft>
              <a:buNone/>
            </a:pPr>
            <a:r>
              <a:rPr lang="es-MX" dirty="0">
                <a:solidFill>
                  <a:srgbClr val="000000"/>
                </a:solidFill>
                <a:effectLst/>
                <a:latin typeface="Arial" panose="020B0604020202020204" pitchFamily="34" charset="0"/>
                <a:ea typeface="Arial" panose="020B0604020202020204" pitchFamily="34" charset="0"/>
              </a:rPr>
              <a:t>Una página web es un recurso digital que puede presentar información, imágenes, enlaces y elementos interactivos mediante un navegador. En el contexto de TOMATI, la página web se entiende como una herramienta de promoción y comunicación que concentra información de la empresa y sus productos en un solo espacio.</a:t>
            </a:r>
          </a:p>
          <a:p>
            <a:pPr marL="0" marR="1270" indent="0" algn="just">
              <a:lnSpc>
                <a:spcPct val="150000"/>
              </a:lnSpc>
              <a:spcAft>
                <a:spcPts val="40"/>
              </a:spcAft>
              <a:buNone/>
            </a:pPr>
            <a:r>
              <a:rPr lang="es-BO" b="1" dirty="0">
                <a:solidFill>
                  <a:srgbClr val="000000"/>
                </a:solidFill>
                <a:effectLst/>
                <a:latin typeface="Arial" panose="020B0604020202020204" pitchFamily="34" charset="0"/>
                <a:ea typeface="Arial" panose="020B0604020202020204" pitchFamily="34" charset="0"/>
              </a:rPr>
              <a:t> 2.1.1 HTML	</a:t>
            </a:r>
            <a:endParaRPr lang="es-MX" dirty="0">
              <a:solidFill>
                <a:srgbClr val="000000"/>
              </a:solidFill>
              <a:effectLst/>
              <a:latin typeface="Arial" panose="020B0604020202020204" pitchFamily="34" charset="0"/>
              <a:ea typeface="Arial" panose="020B0604020202020204" pitchFamily="34" charset="0"/>
            </a:endParaRPr>
          </a:p>
          <a:p>
            <a:pPr marL="0" marR="1270" indent="0" algn="just">
              <a:lnSpc>
                <a:spcPct val="150000"/>
              </a:lnSpc>
              <a:spcAft>
                <a:spcPts val="40"/>
              </a:spcAft>
              <a:buNone/>
            </a:pPr>
            <a:r>
              <a:rPr lang="es-MX" dirty="0">
                <a:solidFill>
                  <a:srgbClr val="000000"/>
                </a:solidFill>
                <a:effectLst/>
                <a:latin typeface="Arial" panose="020B0604020202020204" pitchFamily="34" charset="0"/>
                <a:ea typeface="Arial" panose="020B0604020202020204" pitchFamily="34" charset="0"/>
              </a:rPr>
              <a:t>HTML, sigla de </a:t>
            </a:r>
            <a:r>
              <a:rPr lang="es-MX" dirty="0" err="1">
                <a:solidFill>
                  <a:srgbClr val="000000"/>
                </a:solidFill>
                <a:effectLst/>
                <a:latin typeface="Arial" panose="020B0604020202020204" pitchFamily="34" charset="0"/>
                <a:ea typeface="Arial" panose="020B0604020202020204" pitchFamily="34" charset="0"/>
              </a:rPr>
              <a:t>HyperText</a:t>
            </a:r>
            <a:r>
              <a:rPr lang="es-MX" dirty="0">
                <a:solidFill>
                  <a:srgbClr val="000000"/>
                </a:solidFill>
                <a:effectLst/>
                <a:latin typeface="Arial" panose="020B0604020202020204" pitchFamily="34" charset="0"/>
                <a:ea typeface="Arial" panose="020B0604020202020204" pitchFamily="34" charset="0"/>
              </a:rPr>
              <a:t> </a:t>
            </a:r>
            <a:r>
              <a:rPr lang="es-MX" dirty="0" err="1">
                <a:solidFill>
                  <a:srgbClr val="000000"/>
                </a:solidFill>
                <a:effectLst/>
                <a:latin typeface="Arial" panose="020B0604020202020204" pitchFamily="34" charset="0"/>
                <a:ea typeface="Arial" panose="020B0604020202020204" pitchFamily="34" charset="0"/>
              </a:rPr>
              <a:t>Markup</a:t>
            </a:r>
            <a:r>
              <a:rPr lang="es-MX" dirty="0">
                <a:solidFill>
                  <a:srgbClr val="000000"/>
                </a:solidFill>
                <a:effectLst/>
                <a:latin typeface="Arial" panose="020B0604020202020204" pitchFamily="34" charset="0"/>
                <a:ea typeface="Arial" panose="020B0604020202020204" pitchFamily="34" charset="0"/>
              </a:rPr>
              <a:t> </a:t>
            </a:r>
            <a:r>
              <a:rPr lang="es-MX" dirty="0" err="1">
                <a:solidFill>
                  <a:srgbClr val="000000"/>
                </a:solidFill>
                <a:effectLst/>
                <a:latin typeface="Arial" panose="020B0604020202020204" pitchFamily="34" charset="0"/>
                <a:ea typeface="Arial" panose="020B0604020202020204" pitchFamily="34" charset="0"/>
              </a:rPr>
              <a:t>Language</a:t>
            </a:r>
            <a:r>
              <a:rPr lang="es-MX" dirty="0">
                <a:solidFill>
                  <a:srgbClr val="000000"/>
                </a:solidFill>
                <a:effectLst/>
                <a:latin typeface="Arial" panose="020B0604020202020204" pitchFamily="34" charset="0"/>
                <a:ea typeface="Arial" panose="020B0604020202020204" pitchFamily="34" charset="0"/>
              </a:rPr>
              <a:t>, es el lenguaje utilizado para estructurar el contenido de una página web. Permite organizar títulos, párrafos, imágenes, enlaces, listas, formularios y otras partes del documento. En el proyecto, HTML será la base para construir las diferentes secciones de la página de TOMATI, como inicio, catálogo, galería y contacto.</a:t>
            </a:r>
            <a:r>
              <a:rPr lang="es-MX" b="1" dirty="0">
                <a:solidFill>
                  <a:srgbClr val="000000"/>
                </a:solidFill>
                <a:effectLst/>
                <a:latin typeface="Arial" panose="020B0604020202020204" pitchFamily="34" charset="0"/>
                <a:ea typeface="Arial" panose="020B0604020202020204" pitchFamily="34" charset="0"/>
              </a:rPr>
              <a:t> </a:t>
            </a:r>
            <a:endParaRPr lang="es-MX" dirty="0">
              <a:solidFill>
                <a:srgbClr val="000000"/>
              </a:solidFill>
              <a:effectLst/>
              <a:latin typeface="Arial" panose="020B0604020202020204" pitchFamily="34" charset="0"/>
              <a:ea typeface="Arial" panose="020B0604020202020204" pitchFamily="34" charset="0"/>
            </a:endParaRPr>
          </a:p>
          <a:p>
            <a:pPr marL="0" marR="3810" indent="0" algn="just">
              <a:lnSpc>
                <a:spcPct val="150000"/>
              </a:lnSpc>
              <a:spcAft>
                <a:spcPts val="40"/>
              </a:spcAft>
              <a:buNone/>
            </a:pPr>
            <a:r>
              <a:rPr lang="es-BO" b="1" dirty="0">
                <a:solidFill>
                  <a:srgbClr val="000000"/>
                </a:solidFill>
                <a:effectLst/>
                <a:latin typeface="Arial" panose="020B0604020202020204" pitchFamily="34" charset="0"/>
                <a:ea typeface="Arial" panose="020B0604020202020204" pitchFamily="34" charset="0"/>
              </a:rPr>
              <a:t>  2.1.2 CSS</a:t>
            </a:r>
            <a:endParaRPr lang="es-MX" dirty="0">
              <a:solidFill>
                <a:srgbClr val="000000"/>
              </a:solidFill>
              <a:effectLst/>
              <a:latin typeface="Arial" panose="020B0604020202020204" pitchFamily="34" charset="0"/>
              <a:ea typeface="Arial" panose="020B0604020202020204" pitchFamily="34" charset="0"/>
            </a:endParaRPr>
          </a:p>
          <a:p>
            <a:pPr marL="0" marR="1270" indent="0" algn="just">
              <a:lnSpc>
                <a:spcPct val="150000"/>
              </a:lnSpc>
              <a:spcAft>
                <a:spcPts val="40"/>
              </a:spcAft>
              <a:buNone/>
            </a:pPr>
            <a:r>
              <a:rPr lang="es-MX" dirty="0">
                <a:solidFill>
                  <a:srgbClr val="000000"/>
                </a:solidFill>
                <a:effectLst/>
                <a:latin typeface="Arial" panose="020B0604020202020204" pitchFamily="34" charset="0"/>
                <a:ea typeface="Arial" panose="020B0604020202020204" pitchFamily="34" charset="0"/>
              </a:rPr>
              <a:t>CSS, sigla de </a:t>
            </a:r>
            <a:r>
              <a:rPr lang="es-MX" dirty="0" err="1">
                <a:solidFill>
                  <a:srgbClr val="000000"/>
                </a:solidFill>
                <a:effectLst/>
                <a:latin typeface="Arial" panose="020B0604020202020204" pitchFamily="34" charset="0"/>
                <a:ea typeface="Arial" panose="020B0604020202020204" pitchFamily="34" charset="0"/>
              </a:rPr>
              <a:t>Cascading</a:t>
            </a:r>
            <a:r>
              <a:rPr lang="es-MX" dirty="0">
                <a:solidFill>
                  <a:srgbClr val="000000"/>
                </a:solidFill>
                <a:effectLst/>
                <a:latin typeface="Arial" panose="020B0604020202020204" pitchFamily="34" charset="0"/>
                <a:ea typeface="Arial" panose="020B0604020202020204" pitchFamily="34" charset="0"/>
              </a:rPr>
              <a:t> Style </a:t>
            </a:r>
            <a:r>
              <a:rPr lang="es-MX" dirty="0" err="1">
                <a:solidFill>
                  <a:srgbClr val="000000"/>
                </a:solidFill>
                <a:effectLst/>
                <a:latin typeface="Arial" panose="020B0604020202020204" pitchFamily="34" charset="0"/>
                <a:ea typeface="Arial" panose="020B0604020202020204" pitchFamily="34" charset="0"/>
              </a:rPr>
              <a:t>Sheets</a:t>
            </a:r>
            <a:r>
              <a:rPr lang="es-MX" dirty="0">
                <a:solidFill>
                  <a:srgbClr val="000000"/>
                </a:solidFill>
                <a:effectLst/>
                <a:latin typeface="Arial" panose="020B0604020202020204" pitchFamily="34" charset="0"/>
                <a:ea typeface="Arial" panose="020B0604020202020204" pitchFamily="34" charset="0"/>
              </a:rPr>
              <a:t>, se utiliza para definir la presentación visual de documentos HTML. Permite establecer características como tipografías, tamaños, espacios, distribución de elementos, bordes y adaptación visual. Para TOMATI, CSS permitirá construir una interfaz ordenada y coherente con la finalidad comercial de la página.</a:t>
            </a:r>
          </a:p>
          <a:p>
            <a:pPr marL="0" lvl="0" indent="0" algn="l" rtl="0">
              <a:spcBef>
                <a:spcPts val="0"/>
              </a:spcBef>
              <a:spcAft>
                <a:spcPts val="0"/>
              </a:spcAft>
              <a:buNone/>
            </a:pPr>
            <a:endParaRPr dirty="0">
              <a:solidFill>
                <a:schemeClr val="dk2"/>
              </a:solidFill>
            </a:endParaRPr>
          </a:p>
        </p:txBody>
      </p:sp>
      <p:sp>
        <p:nvSpPr>
          <p:cNvPr id="2648" name="Google Shape;2648;p58"/>
          <p:cNvSpPr txBox="1">
            <a:spLocks noGrp="1"/>
          </p:cNvSpPr>
          <p:nvPr>
            <p:ph type="title"/>
          </p:nvPr>
        </p:nvSpPr>
        <p:spPr>
          <a:xfrm>
            <a:off x="391571" y="147234"/>
            <a:ext cx="8190376" cy="96831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Krona One"/>
                <a:ea typeface="Krona One"/>
                <a:cs typeface="Krona One"/>
                <a:sym typeface="Krona One"/>
              </a:rPr>
              <a:t>CAPITULO II : MARCO METODOLOGICO CONCEPTUAL</a:t>
            </a:r>
            <a:endParaRPr dirty="0">
              <a:latin typeface="Krona One"/>
              <a:ea typeface="Krona One"/>
              <a:cs typeface="Krona One"/>
              <a:sym typeface="Krona One"/>
            </a:endParaRPr>
          </a:p>
        </p:txBody>
      </p:sp>
    </p:spTree>
    <p:extLst>
      <p:ext uri="{BB962C8B-B14F-4D97-AF65-F5344CB8AC3E}">
        <p14:creationId xmlns:p14="http://schemas.microsoft.com/office/powerpoint/2010/main" val="488069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46"/>
        <p:cNvGrpSpPr/>
        <p:nvPr/>
      </p:nvGrpSpPr>
      <p:grpSpPr>
        <a:xfrm>
          <a:off x="0" y="0"/>
          <a:ext cx="0" cy="0"/>
          <a:chOff x="0" y="0"/>
          <a:chExt cx="0" cy="0"/>
        </a:xfrm>
      </p:grpSpPr>
      <p:sp>
        <p:nvSpPr>
          <p:cNvPr id="4452" name="Google Shape;4452;p115"/>
          <p:cNvSpPr txBox="1">
            <a:spLocks noGrp="1"/>
          </p:cNvSpPr>
          <p:nvPr>
            <p:ph type="title"/>
          </p:nvPr>
        </p:nvSpPr>
        <p:spPr>
          <a:xfrm>
            <a:off x="2054003" y="4432925"/>
            <a:ext cx="7717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dirty="0"/>
              <a:t>,</a:t>
            </a:r>
            <a:endParaRPr dirty="0"/>
          </a:p>
        </p:txBody>
      </p:sp>
      <p:sp>
        <p:nvSpPr>
          <p:cNvPr id="4453" name="Google Shape;4453;p115"/>
          <p:cNvSpPr txBox="1">
            <a:spLocks noGrp="1"/>
          </p:cNvSpPr>
          <p:nvPr>
            <p:ph type="subTitle" idx="1"/>
          </p:nvPr>
        </p:nvSpPr>
        <p:spPr>
          <a:xfrm>
            <a:off x="147713" y="1999050"/>
            <a:ext cx="8996287" cy="572700"/>
          </a:xfrm>
          <a:prstGeom prst="rect">
            <a:avLst/>
          </a:prstGeom>
        </p:spPr>
        <p:txBody>
          <a:bodyPr spcFirstLastPara="1" wrap="square" lIns="91425" tIns="91425" rIns="91425" bIns="91425" anchor="ctr" anchorCtr="0">
            <a:noAutofit/>
          </a:bodyPr>
          <a:lstStyle/>
          <a:p>
            <a:pPr marL="6350" marR="3810" indent="-6350" algn="just">
              <a:lnSpc>
                <a:spcPct val="150000"/>
              </a:lnSpc>
              <a:spcAft>
                <a:spcPts val="40"/>
              </a:spcAft>
            </a:pPr>
            <a:r>
              <a:rPr lang="en" dirty="0"/>
              <a:t>-</a:t>
            </a:r>
            <a:r>
              <a:rPr lang="es-BO" sz="1100" b="1" dirty="0">
                <a:solidFill>
                  <a:srgbClr val="000000"/>
                </a:solidFill>
                <a:effectLst/>
                <a:latin typeface="Arial" panose="020B0604020202020204" pitchFamily="34" charset="0"/>
                <a:ea typeface="Arial" panose="020B0604020202020204" pitchFamily="34" charset="0"/>
              </a:rPr>
              <a:t>2.2   JAVASCRIPT E INTERACTIVIDAD WEB</a:t>
            </a:r>
            <a:endParaRPr lang="es-MX" sz="1100" dirty="0">
              <a:solidFill>
                <a:srgbClr val="000000"/>
              </a:solidFill>
              <a:effectLst/>
              <a:latin typeface="Arial" panose="020B0604020202020204" pitchFamily="34" charset="0"/>
              <a:ea typeface="Arial" panose="020B0604020202020204" pitchFamily="34" charset="0"/>
            </a:endParaRPr>
          </a:p>
          <a:p>
            <a:pPr marL="6350" marR="1270" indent="-6350" algn="just">
              <a:lnSpc>
                <a:spcPct val="150000"/>
              </a:lnSpc>
              <a:spcAft>
                <a:spcPts val="40"/>
              </a:spcAft>
            </a:pPr>
            <a:r>
              <a:rPr lang="es-MX" sz="1100" dirty="0">
                <a:solidFill>
                  <a:srgbClr val="000000"/>
                </a:solidFill>
                <a:effectLst/>
                <a:latin typeface="Arial" panose="020B0604020202020204" pitchFamily="34" charset="0"/>
                <a:ea typeface="Arial" panose="020B0604020202020204" pitchFamily="34" charset="0"/>
              </a:rPr>
              <a:t>JavaScript es un lenguaje que permite incorporar comportamiento e interactividad a las páginas web. Puede responder a acciones realizadas por el usuario y modificar determinados elementos de la interfaz. En la propuesta de TOMATI puede utilizarse para controlar interacciones del catálogo, formularios, carrito y otros elementos dinámicos.</a:t>
            </a:r>
          </a:p>
          <a:p>
            <a:pPr marL="6350" marR="3810" indent="-6350" algn="just">
              <a:lnSpc>
                <a:spcPct val="150000"/>
              </a:lnSpc>
              <a:spcAft>
                <a:spcPts val="40"/>
              </a:spcAft>
            </a:pPr>
            <a:r>
              <a:rPr lang="es-BO" sz="1100" b="1" dirty="0">
                <a:solidFill>
                  <a:srgbClr val="000000"/>
                </a:solidFill>
                <a:effectLst/>
                <a:latin typeface="Arial" panose="020B0604020202020204" pitchFamily="34" charset="0"/>
                <a:ea typeface="Arial" panose="020B0604020202020204" pitchFamily="34" charset="0"/>
              </a:rPr>
              <a:t>        2.2.1 FORMULARIOS Y VALIDACION</a:t>
            </a:r>
            <a:endParaRPr lang="es-MX" sz="1100" dirty="0">
              <a:solidFill>
                <a:srgbClr val="000000"/>
              </a:solidFill>
              <a:effectLst/>
              <a:latin typeface="Arial" panose="020B0604020202020204" pitchFamily="34" charset="0"/>
              <a:ea typeface="Arial" panose="020B0604020202020204" pitchFamily="34" charset="0"/>
            </a:endParaRPr>
          </a:p>
          <a:p>
            <a:pPr marL="6350" marR="1270" indent="-6350" algn="just">
              <a:lnSpc>
                <a:spcPct val="150000"/>
              </a:lnSpc>
              <a:spcAft>
                <a:spcPts val="40"/>
              </a:spcAft>
            </a:pPr>
            <a:r>
              <a:rPr lang="es-MX" sz="1100" dirty="0">
                <a:solidFill>
                  <a:srgbClr val="000000"/>
                </a:solidFill>
                <a:effectLst/>
                <a:latin typeface="Arial" panose="020B0604020202020204" pitchFamily="34" charset="0"/>
                <a:ea typeface="Arial" panose="020B0604020202020204" pitchFamily="34" charset="0"/>
              </a:rPr>
              <a:t>Los formularios permiten recopilar información proporcionada por los usuarios, por ejemplo, datos de contacto y detalles de un pedido. La validación ayuda a comprobar que los campos requeridos tengan información adecuada antes de procesarlos. En TOMATI, el formulario tendrá la finalidad de facilitar consultas y solicitudes de productos.</a:t>
            </a:r>
          </a:p>
          <a:p>
            <a:pPr marL="6350" marR="3810" indent="-6350" algn="just">
              <a:lnSpc>
                <a:spcPct val="150000"/>
              </a:lnSpc>
              <a:spcAft>
                <a:spcPts val="40"/>
              </a:spcAft>
            </a:pPr>
            <a:r>
              <a:rPr lang="es-BO" sz="1100" b="1" dirty="0">
                <a:solidFill>
                  <a:srgbClr val="000000"/>
                </a:solidFill>
                <a:effectLst/>
                <a:latin typeface="Arial" panose="020B0604020202020204" pitchFamily="34" charset="0"/>
                <a:ea typeface="Arial" panose="020B0604020202020204" pitchFamily="34" charset="0"/>
              </a:rPr>
              <a:t>        2.2.2 CATALOGO Y CARRITO DE COMPRAS</a:t>
            </a:r>
            <a:endParaRPr lang="es-MX" sz="1100" dirty="0">
              <a:solidFill>
                <a:srgbClr val="000000"/>
              </a:solidFill>
              <a:effectLst/>
              <a:latin typeface="Arial" panose="020B0604020202020204" pitchFamily="34" charset="0"/>
              <a:ea typeface="Arial" panose="020B0604020202020204" pitchFamily="34" charset="0"/>
            </a:endParaRPr>
          </a:p>
          <a:p>
            <a:pPr marL="6350" marR="1270" indent="-6350" algn="just">
              <a:lnSpc>
                <a:spcPct val="150000"/>
              </a:lnSpc>
              <a:spcAft>
                <a:spcPts val="40"/>
              </a:spcAft>
            </a:pPr>
            <a:r>
              <a:rPr lang="es-MX" sz="1100" dirty="0">
                <a:solidFill>
                  <a:srgbClr val="000000"/>
                </a:solidFill>
                <a:effectLst/>
                <a:latin typeface="Arial" panose="020B0604020202020204" pitchFamily="34" charset="0"/>
                <a:ea typeface="Arial" panose="020B0604020202020204" pitchFamily="34" charset="0"/>
              </a:rPr>
              <a:t>Un catálogo digital organiza los productos de manera que el usuario pueda consultar sus nombres, fotografías, características y precios. El carrito permite seleccionar productos antes de realizar una solicitud. En el proyecto, estas funciones se orientan a mejorar la organización del proceso de consulta y pedido.</a:t>
            </a:r>
          </a:p>
          <a:p>
            <a:pPr marL="6350" marR="3810" indent="-6350" algn="just">
              <a:lnSpc>
                <a:spcPct val="150000"/>
              </a:lnSpc>
              <a:spcAft>
                <a:spcPts val="40"/>
              </a:spcAft>
            </a:pPr>
            <a:r>
              <a:rPr lang="es-BO" sz="1100" b="1" dirty="0">
                <a:solidFill>
                  <a:srgbClr val="000000"/>
                </a:solidFill>
                <a:effectLst/>
                <a:latin typeface="Arial" panose="020B0604020202020204" pitchFamily="34" charset="0"/>
                <a:ea typeface="Arial" panose="020B0604020202020204" pitchFamily="34" charset="0"/>
              </a:rPr>
              <a:t>      2.2.2.1 GALERIA DE PRODUCTOS</a:t>
            </a:r>
            <a:endParaRPr lang="es-MX" sz="1100" dirty="0">
              <a:solidFill>
                <a:srgbClr val="000000"/>
              </a:solidFill>
              <a:effectLst/>
              <a:latin typeface="Arial" panose="020B0604020202020204" pitchFamily="34" charset="0"/>
              <a:ea typeface="Arial" panose="020B0604020202020204" pitchFamily="34" charset="0"/>
            </a:endParaRPr>
          </a:p>
          <a:p>
            <a:pPr marL="6350" marR="1270" indent="-6350" algn="just">
              <a:lnSpc>
                <a:spcPct val="150000"/>
              </a:lnSpc>
              <a:spcAft>
                <a:spcPts val="40"/>
              </a:spcAft>
            </a:pPr>
            <a:r>
              <a:rPr lang="es-MX" sz="1100" dirty="0">
                <a:solidFill>
                  <a:srgbClr val="000000"/>
                </a:solidFill>
                <a:effectLst/>
                <a:latin typeface="Arial" panose="020B0604020202020204" pitchFamily="34" charset="0"/>
                <a:ea typeface="Arial" panose="020B0604020202020204" pitchFamily="34" charset="0"/>
              </a:rPr>
              <a:t>La galería permite mostrar visualmente los trabajos y productos fabricados por TOMATI. Las fotografías son importantes porque permiten al usuario observar diseños, acabados y tipos de muebles. La organización de la galería debe facilitar la navegación y evitar que las imágenes aparezcan sin contexto.</a:t>
            </a:r>
          </a:p>
          <a:p>
            <a:pPr marL="6350" marR="3810" indent="-6350" algn="just">
              <a:lnSpc>
                <a:spcPct val="150000"/>
              </a:lnSpc>
              <a:spcAft>
                <a:spcPts val="40"/>
              </a:spcAft>
            </a:pPr>
            <a:r>
              <a:rPr lang="es-BO" sz="1100" b="1" dirty="0">
                <a:solidFill>
                  <a:srgbClr val="000000"/>
                </a:solidFill>
                <a:effectLst/>
                <a:latin typeface="Arial" panose="020B0604020202020204" pitchFamily="34" charset="0"/>
                <a:ea typeface="Arial" panose="020B0604020202020204" pitchFamily="34" charset="0"/>
              </a:rPr>
              <a:t>      </a:t>
            </a:r>
            <a:endParaRPr dirty="0"/>
          </a:p>
        </p:txBody>
      </p:sp>
    </p:spTree>
    <p:extLst>
      <p:ext uri="{BB962C8B-B14F-4D97-AF65-F5344CB8AC3E}">
        <p14:creationId xmlns:p14="http://schemas.microsoft.com/office/powerpoint/2010/main" val="1828411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46"/>
        <p:cNvGrpSpPr/>
        <p:nvPr/>
      </p:nvGrpSpPr>
      <p:grpSpPr>
        <a:xfrm>
          <a:off x="0" y="0"/>
          <a:ext cx="0" cy="0"/>
          <a:chOff x="0" y="0"/>
          <a:chExt cx="0" cy="0"/>
        </a:xfrm>
      </p:grpSpPr>
      <p:sp>
        <p:nvSpPr>
          <p:cNvPr id="4452" name="Google Shape;4452;p115"/>
          <p:cNvSpPr txBox="1">
            <a:spLocks noGrp="1"/>
          </p:cNvSpPr>
          <p:nvPr>
            <p:ph type="title"/>
          </p:nvPr>
        </p:nvSpPr>
        <p:spPr>
          <a:xfrm>
            <a:off x="2054003" y="4432925"/>
            <a:ext cx="7717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dirty="0"/>
              <a:t>,</a:t>
            </a:r>
            <a:endParaRPr dirty="0"/>
          </a:p>
        </p:txBody>
      </p:sp>
      <p:sp>
        <p:nvSpPr>
          <p:cNvPr id="4453" name="Google Shape;4453;p115"/>
          <p:cNvSpPr txBox="1">
            <a:spLocks noGrp="1"/>
          </p:cNvSpPr>
          <p:nvPr>
            <p:ph type="subTitle" idx="1"/>
          </p:nvPr>
        </p:nvSpPr>
        <p:spPr>
          <a:xfrm>
            <a:off x="147713" y="1797572"/>
            <a:ext cx="8996287" cy="572700"/>
          </a:xfrm>
          <a:prstGeom prst="rect">
            <a:avLst/>
          </a:prstGeom>
        </p:spPr>
        <p:txBody>
          <a:bodyPr spcFirstLastPara="1" wrap="square" lIns="91425" tIns="91425" rIns="91425" bIns="91425" anchor="ctr" anchorCtr="0">
            <a:noAutofit/>
          </a:bodyPr>
          <a:lstStyle/>
          <a:p>
            <a:pPr marL="6350" marR="3810" indent="-6350" algn="just">
              <a:lnSpc>
                <a:spcPct val="150000"/>
              </a:lnSpc>
              <a:spcAft>
                <a:spcPts val="40"/>
              </a:spcAft>
            </a:pPr>
            <a:r>
              <a:rPr lang="en" dirty="0"/>
              <a:t>-</a:t>
            </a:r>
            <a:r>
              <a:rPr lang="es-BO" sz="1800" b="1" dirty="0">
                <a:solidFill>
                  <a:srgbClr val="000000"/>
                </a:solidFill>
                <a:effectLst/>
                <a:latin typeface="Arial" panose="020B0604020202020204" pitchFamily="34" charset="0"/>
                <a:ea typeface="Arial" panose="020B0604020202020204" pitchFamily="34" charset="0"/>
              </a:rPr>
              <a:t> </a:t>
            </a:r>
            <a:r>
              <a:rPr lang="es-BO" sz="1200" b="1" dirty="0">
                <a:solidFill>
                  <a:srgbClr val="000000"/>
                </a:solidFill>
                <a:effectLst/>
                <a:latin typeface="Arial" panose="020B0604020202020204" pitchFamily="34" charset="0"/>
                <a:ea typeface="Arial" panose="020B0604020202020204" pitchFamily="34" charset="0"/>
              </a:rPr>
              <a:t>2.2.2.2 CONTACTO Y COMUNICACIÓN </a:t>
            </a:r>
            <a:endParaRPr lang="es-MX" sz="1200" dirty="0">
              <a:solidFill>
                <a:srgbClr val="000000"/>
              </a:solidFill>
              <a:effectLst/>
              <a:latin typeface="Arial" panose="020B0604020202020204" pitchFamily="34" charset="0"/>
              <a:ea typeface="Arial" panose="020B0604020202020204" pitchFamily="34" charset="0"/>
            </a:endParaRPr>
          </a:p>
          <a:p>
            <a:pPr marL="6350" marR="1270" indent="-6350" algn="just">
              <a:lnSpc>
                <a:spcPct val="150000"/>
              </a:lnSpc>
              <a:spcAft>
                <a:spcPts val="40"/>
              </a:spcAft>
            </a:pPr>
            <a:r>
              <a:rPr lang="es-MX" sz="1200" dirty="0">
                <a:solidFill>
                  <a:srgbClr val="000000"/>
                </a:solidFill>
                <a:effectLst/>
                <a:latin typeface="Arial" panose="020B0604020202020204" pitchFamily="34" charset="0"/>
                <a:ea typeface="Arial" panose="020B0604020202020204" pitchFamily="34" charset="0"/>
              </a:rPr>
              <a:t>La página debe facilitar que el usuario se comunique con la empresa. Para ello se considera un formulario de contacto, un enlace hacia WhatsApp, información de ubicación y otros datos que la empresa decida publicar. Estos elementos deben ser visibles y fáciles de utilizar</a:t>
            </a:r>
            <a:r>
              <a:rPr lang="es-MX" sz="1800" dirty="0">
                <a:solidFill>
                  <a:srgbClr val="000000"/>
                </a:solidFill>
                <a:effectLst/>
                <a:latin typeface="Arial" panose="020B0604020202020204" pitchFamily="34" charset="0"/>
                <a:ea typeface="Arial" panose="020B0604020202020204" pitchFamily="34" charset="0"/>
              </a:rPr>
              <a:t>.</a:t>
            </a:r>
          </a:p>
          <a:p>
            <a:pPr marL="6350" marR="3810" indent="-6350" algn="just">
              <a:lnSpc>
                <a:spcPct val="150000"/>
              </a:lnSpc>
              <a:spcAft>
                <a:spcPts val="40"/>
              </a:spcAft>
            </a:pPr>
            <a:r>
              <a:rPr lang="es-BO" sz="1100" b="1" dirty="0">
                <a:solidFill>
                  <a:srgbClr val="000000"/>
                </a:solidFill>
                <a:effectLst/>
                <a:latin typeface="Arial" panose="020B0604020202020204" pitchFamily="34" charset="0"/>
                <a:ea typeface="Arial" panose="020B0604020202020204" pitchFamily="34" charset="0"/>
              </a:rPr>
              <a:t>2.3   PROMOCION DIGITAL DE EMPRENDIMIENTOS</a:t>
            </a:r>
            <a:endParaRPr lang="es-MX" sz="1100" dirty="0">
              <a:solidFill>
                <a:srgbClr val="000000"/>
              </a:solidFill>
              <a:effectLst/>
              <a:latin typeface="Arial" panose="020B0604020202020204" pitchFamily="34" charset="0"/>
              <a:ea typeface="Arial" panose="020B0604020202020204" pitchFamily="34" charset="0"/>
            </a:endParaRPr>
          </a:p>
          <a:p>
            <a:pPr marL="6350" marR="1270" indent="-6350" algn="just">
              <a:lnSpc>
                <a:spcPct val="150000"/>
              </a:lnSpc>
              <a:spcAft>
                <a:spcPts val="40"/>
              </a:spcAft>
            </a:pPr>
            <a:r>
              <a:rPr lang="es-MX" sz="1100" dirty="0">
                <a:solidFill>
                  <a:srgbClr val="000000"/>
                </a:solidFill>
                <a:effectLst/>
                <a:latin typeface="Arial" panose="020B0604020202020204" pitchFamily="34" charset="0"/>
                <a:ea typeface="Arial" panose="020B0604020202020204" pitchFamily="34" charset="0"/>
              </a:rPr>
              <a:t>La promoción digital comprende el uso de medios tecnológicos para difundir información sobre productos o servicios. Para un emprendimiento local como TOMATI, la presencia en internet puede funcionar como un canal adicional para presentar sus productos a personas que todavía no conocen la empresa.</a:t>
            </a:r>
          </a:p>
          <a:p>
            <a:pPr marL="6350" marR="1270" indent="-6350" algn="just">
              <a:lnSpc>
                <a:spcPct val="150000"/>
              </a:lnSpc>
              <a:spcAft>
                <a:spcPts val="40"/>
              </a:spcAft>
            </a:pPr>
            <a:r>
              <a:rPr lang="es-MX" sz="1100" b="1" dirty="0">
                <a:solidFill>
                  <a:srgbClr val="0D0D0D"/>
                </a:solidFill>
                <a:effectLst/>
                <a:latin typeface="Arial" panose="020B0604020202020204" pitchFamily="34" charset="0"/>
                <a:ea typeface="Times New Roman" panose="02020603050405020304" pitchFamily="18" charset="0"/>
                <a:cs typeface="Times New Roman" panose="02020603050405020304" pitchFamily="18" charset="0"/>
              </a:rPr>
              <a:t>2.3.1 CATÁLOGO DIGITAL</a:t>
            </a:r>
            <a:endParaRPr lang="es-MX" sz="1100" b="1" dirty="0">
              <a:solidFill>
                <a:srgbClr val="4472C4"/>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6350" marR="1270" indent="-6350" algn="just">
              <a:lnSpc>
                <a:spcPct val="150000"/>
              </a:lnSpc>
              <a:spcAft>
                <a:spcPts val="40"/>
              </a:spcAft>
            </a:pPr>
            <a:r>
              <a:rPr lang="es-MX" sz="1100" dirty="0">
                <a:solidFill>
                  <a:srgbClr val="000000"/>
                </a:solidFill>
                <a:effectLst/>
                <a:latin typeface="Arial" panose="020B0604020202020204" pitchFamily="34" charset="0"/>
                <a:ea typeface="Arial" panose="020B0604020202020204" pitchFamily="34" charset="0"/>
              </a:rPr>
              <a:t>El catálogo digital es una forma organizada de presentar productos mediante información textual y visual. En la propuesta, el catálogo debe permitir identificar los muebles disponibles, observar sus imágenes y consultar precios o características cuando esa información haya sido proporcionada por la empresa.</a:t>
            </a:r>
          </a:p>
          <a:p>
            <a:pPr marL="6350" marR="1270" indent="-6350" algn="just">
              <a:lnSpc>
                <a:spcPct val="150000"/>
              </a:lnSpc>
              <a:spcAft>
                <a:spcPts val="40"/>
              </a:spcAft>
            </a:pPr>
            <a:r>
              <a:rPr lang="es-MX" sz="1100" b="1" dirty="0">
                <a:solidFill>
                  <a:srgbClr val="0D0D0D"/>
                </a:solidFill>
                <a:effectLst/>
                <a:latin typeface="Arial" panose="020B0604020202020204" pitchFamily="34" charset="0"/>
                <a:ea typeface="Times New Roman" panose="02020603050405020304" pitchFamily="18" charset="0"/>
                <a:cs typeface="Times New Roman" panose="02020603050405020304" pitchFamily="18" charset="0"/>
              </a:rPr>
              <a:t>2.3.2 PRESENCIA EN INTERNET</a:t>
            </a:r>
            <a:endParaRPr lang="es-MX" sz="1100" b="1" dirty="0">
              <a:solidFill>
                <a:srgbClr val="4472C4"/>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6350" marR="1270" indent="-6350" algn="just">
              <a:lnSpc>
                <a:spcPct val="150000"/>
              </a:lnSpc>
              <a:spcAft>
                <a:spcPts val="40"/>
              </a:spcAft>
            </a:pPr>
            <a:r>
              <a:rPr lang="es-MX" sz="1100" dirty="0">
                <a:solidFill>
                  <a:srgbClr val="000000"/>
                </a:solidFill>
                <a:effectLst/>
                <a:latin typeface="Arial" panose="020B0604020202020204" pitchFamily="34" charset="0"/>
                <a:ea typeface="Arial" panose="020B0604020202020204" pitchFamily="34" charset="0"/>
              </a:rPr>
              <a:t>La presencia en internet significa que una empresa cuenta con recursos digitales mediante los cuales puede ser encontrada y consultada. En este proyecto, la página web se plantea como un punto central de información de TOMATI, complementando otros medios de comunicación.</a:t>
            </a:r>
            <a:endParaRPr sz="1100" dirty="0"/>
          </a:p>
        </p:txBody>
      </p:sp>
    </p:spTree>
    <p:extLst>
      <p:ext uri="{BB962C8B-B14F-4D97-AF65-F5344CB8AC3E}">
        <p14:creationId xmlns:p14="http://schemas.microsoft.com/office/powerpoint/2010/main" val="164879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6"/>
        <p:cNvGrpSpPr/>
        <p:nvPr/>
      </p:nvGrpSpPr>
      <p:grpSpPr>
        <a:xfrm>
          <a:off x="0" y="0"/>
          <a:ext cx="0" cy="0"/>
          <a:chOff x="0" y="0"/>
          <a:chExt cx="0" cy="0"/>
        </a:xfrm>
      </p:grpSpPr>
      <p:sp>
        <p:nvSpPr>
          <p:cNvPr id="2647" name="Google Shape;2647;p58"/>
          <p:cNvSpPr txBox="1">
            <a:spLocks noGrp="1"/>
          </p:cNvSpPr>
          <p:nvPr>
            <p:ph type="body" idx="1"/>
          </p:nvPr>
        </p:nvSpPr>
        <p:spPr>
          <a:xfrm>
            <a:off x="116237" y="664491"/>
            <a:ext cx="8679050" cy="4620431"/>
          </a:xfrm>
          <a:prstGeom prst="rect">
            <a:avLst/>
          </a:prstGeom>
        </p:spPr>
        <p:txBody>
          <a:bodyPr spcFirstLastPara="1" wrap="square" lIns="91425" tIns="91425" rIns="91425" bIns="91425" anchor="t" anchorCtr="0">
            <a:noAutofit/>
          </a:bodyPr>
          <a:lstStyle/>
          <a:p>
            <a:pPr marL="0" marR="3810" indent="0" algn="just">
              <a:lnSpc>
                <a:spcPct val="150000"/>
              </a:lnSpc>
              <a:spcAft>
                <a:spcPts val="40"/>
              </a:spcAft>
              <a:buNone/>
            </a:pPr>
            <a:r>
              <a:rPr lang="es-BO" sz="1400" b="1" dirty="0">
                <a:solidFill>
                  <a:srgbClr val="000000"/>
                </a:solidFill>
                <a:latin typeface="Arial" panose="020B0604020202020204" pitchFamily="34" charset="0"/>
                <a:ea typeface="Arial" panose="020B0604020202020204" pitchFamily="34" charset="0"/>
              </a:rPr>
              <a:t>3</a:t>
            </a:r>
            <a:r>
              <a:rPr lang="es-BO" sz="1400" b="1" dirty="0">
                <a:solidFill>
                  <a:srgbClr val="000000"/>
                </a:solidFill>
                <a:effectLst/>
                <a:latin typeface="Arial" panose="020B0604020202020204" pitchFamily="34" charset="0"/>
                <a:ea typeface="Arial" panose="020B0604020202020204" pitchFamily="34" charset="0"/>
              </a:rPr>
              <a:t>.1   DESARROLLO DE PAGINAS WEB</a:t>
            </a:r>
            <a:endParaRPr lang="es-MX" sz="1400" dirty="0">
              <a:solidFill>
                <a:srgbClr val="000000"/>
              </a:solidFill>
              <a:effectLst/>
              <a:latin typeface="Arial" panose="020B0604020202020204" pitchFamily="34" charset="0"/>
              <a:ea typeface="Arial" panose="020B0604020202020204" pitchFamily="34" charset="0"/>
            </a:endParaRPr>
          </a:p>
          <a:p>
            <a:pPr marL="0" lvl="0" indent="0" algn="l" rtl="0">
              <a:spcBef>
                <a:spcPts val="0"/>
              </a:spcBef>
              <a:spcAft>
                <a:spcPts val="0"/>
              </a:spcAft>
              <a:buNone/>
            </a:pPr>
            <a:r>
              <a:rPr lang="es-BO" sz="1400" dirty="0">
                <a:solidFill>
                  <a:srgbClr val="000000"/>
                </a:solidFill>
                <a:effectLst/>
                <a:latin typeface="Arial" panose="020B0604020202020204" pitchFamily="34" charset="0"/>
                <a:ea typeface="Arial" panose="020B0604020202020204" pitchFamily="34" charset="0"/>
              </a:rPr>
              <a:t>La solución propuesta consiste en el desarrollo e implementación de una página web para la promoción y comercialización de muebles de melamina del estudio mobiliario TOMATI, ubicado en la ciudad de Oruro, barrio Santa Rosa. La página se plantea como un medio digital complementario a la atención directa de la empresa, permitiendo concentrar en un mismo espacio información sobre productos, fotografías, características, precios, formas de contacto y ubicación. Con esta propuesta se busca responder al problema identificado de poca publicidad, dificultad para mostrar los trabajos de manera ordenada y limitada presencia en internet.</a:t>
            </a:r>
            <a:br>
              <a:rPr lang="es-BO" sz="1400" dirty="0">
                <a:solidFill>
                  <a:srgbClr val="000000"/>
                </a:solidFill>
                <a:effectLst/>
                <a:latin typeface="Arial" panose="020B0604020202020204" pitchFamily="34" charset="0"/>
                <a:ea typeface="Arial" panose="020B0604020202020204" pitchFamily="34" charset="0"/>
              </a:rPr>
            </a:br>
            <a:r>
              <a:rPr lang="es-BO" sz="1400" dirty="0">
                <a:solidFill>
                  <a:srgbClr val="000000"/>
                </a:solidFill>
                <a:effectLst/>
                <a:latin typeface="Arial" panose="020B0604020202020204" pitchFamily="34" charset="0"/>
                <a:ea typeface="Arial" panose="020B0604020202020204" pitchFamily="34" charset="0"/>
              </a:rPr>
              <a:t>La solución estará organizada mediante una sección de inicio que presente la identidad del emprendimiento, un catálogo digital para organizar los muebles, una galería para mostrar trabajos realizados y espacios de información y contacto. También se consideran formulario de contacto, acceso mediante WhatsApp, ubicación, carrito e inicio de sesión, de acuerdo con el alcance definido para el proyecto. La navegación deberá ser clara para que el usuario pueda pasar de la presentación general hacia la consulta de un producto y posteriormente a una solicitud o comunicación.</a:t>
            </a:r>
            <a:br>
              <a:rPr lang="es-BO" sz="1400" dirty="0">
                <a:solidFill>
                  <a:srgbClr val="000000"/>
                </a:solidFill>
                <a:effectLst/>
                <a:latin typeface="Arial" panose="020B0604020202020204" pitchFamily="34" charset="0"/>
                <a:ea typeface="Arial" panose="020B0604020202020204" pitchFamily="34" charset="0"/>
              </a:rPr>
            </a:br>
            <a:r>
              <a:rPr lang="es-BO" sz="1400" dirty="0">
                <a:solidFill>
                  <a:srgbClr val="000000"/>
                </a:solidFill>
                <a:effectLst/>
                <a:latin typeface="Arial" panose="020B0604020202020204" pitchFamily="34" charset="0"/>
                <a:ea typeface="Arial" panose="020B0604020202020204" pitchFamily="34" charset="0"/>
              </a:rPr>
              <a:t>Desde el punto de vista técnico, la propuesta utiliza HTML para estructurar las secciones, CSS para establecer la presentación visual y la adaptación a diferentes tamaños de pantalla, y JavaScript para incorporar interacciones. La página deberá conservar una estructura ordenada y permitir futuras actualizaciones de productos e imágenes. La propuesta también considera pruebas de funcionamiento en computadoras y dispositivos móviles, verificando navegación, formularios, catálogo, galería, carrito, inicio de sesión y enlaces de contacto.</a:t>
            </a:r>
            <a:endParaRPr sz="1400" dirty="0">
              <a:solidFill>
                <a:schemeClr val="dk2"/>
              </a:solidFill>
            </a:endParaRPr>
          </a:p>
        </p:txBody>
      </p:sp>
      <p:sp>
        <p:nvSpPr>
          <p:cNvPr id="2648" name="Google Shape;2648;p58"/>
          <p:cNvSpPr txBox="1">
            <a:spLocks noGrp="1"/>
          </p:cNvSpPr>
          <p:nvPr>
            <p:ph type="title"/>
          </p:nvPr>
        </p:nvSpPr>
        <p:spPr>
          <a:xfrm>
            <a:off x="476812" y="-61993"/>
            <a:ext cx="8190376" cy="96831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Krona One"/>
                <a:ea typeface="Krona One"/>
                <a:cs typeface="Krona One"/>
                <a:sym typeface="Krona One"/>
              </a:rPr>
              <a:t>CAPITULO III : PROPUESTAS DE SOLUCION AL PROBLEMA</a:t>
            </a:r>
            <a:endParaRPr dirty="0">
              <a:latin typeface="Krona One"/>
              <a:ea typeface="Krona One"/>
              <a:cs typeface="Krona One"/>
              <a:sym typeface="Krona One"/>
            </a:endParaRPr>
          </a:p>
        </p:txBody>
      </p:sp>
    </p:spTree>
    <p:extLst>
      <p:ext uri="{BB962C8B-B14F-4D97-AF65-F5344CB8AC3E}">
        <p14:creationId xmlns:p14="http://schemas.microsoft.com/office/powerpoint/2010/main" val="444973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77"/>
        <p:cNvGrpSpPr/>
        <p:nvPr/>
      </p:nvGrpSpPr>
      <p:grpSpPr>
        <a:xfrm>
          <a:off x="0" y="0"/>
          <a:ext cx="0" cy="0"/>
          <a:chOff x="0" y="0"/>
          <a:chExt cx="0" cy="0"/>
        </a:xfrm>
      </p:grpSpPr>
      <p:sp>
        <p:nvSpPr>
          <p:cNvPr id="3878" name="Google Shape;3878;p92"/>
          <p:cNvSpPr txBox="1">
            <a:spLocks noGrp="1"/>
          </p:cNvSpPr>
          <p:nvPr>
            <p:ph type="title"/>
          </p:nvPr>
        </p:nvSpPr>
        <p:spPr>
          <a:xfrm>
            <a:off x="219546" y="639627"/>
            <a:ext cx="8467254" cy="352729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3200" dirty="0"/>
              <a:t>MUCHAS GRACIAS POR SU ATENCION</a:t>
            </a:r>
            <a:endParaRPr sz="3200" dirty="0"/>
          </a:p>
        </p:txBody>
      </p:sp>
      <p:sp>
        <p:nvSpPr>
          <p:cNvPr id="3880" name="Google Shape;3880;p92"/>
          <p:cNvSpPr txBox="1">
            <a:spLocks noGrp="1"/>
          </p:cNvSpPr>
          <p:nvPr>
            <p:ph type="body" idx="4294967295"/>
          </p:nvPr>
        </p:nvSpPr>
        <p:spPr>
          <a:xfrm>
            <a:off x="0" y="1367959"/>
            <a:ext cx="2923800" cy="52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MX" sz="1600" dirty="0">
                <a:solidFill>
                  <a:schemeClr val="dk2"/>
                </a:solidFill>
              </a:rPr>
              <a:t>.</a:t>
            </a:r>
            <a:endParaRPr sz="1600" dirty="0">
              <a:solidFill>
                <a:schemeClr val="dk2"/>
              </a:solidFill>
            </a:endParaRPr>
          </a:p>
        </p:txBody>
      </p:sp>
      <p:sp>
        <p:nvSpPr>
          <p:cNvPr id="3881" name="Google Shape;3881;p92"/>
          <p:cNvSpPr txBox="1">
            <a:spLocks noGrp="1"/>
          </p:cNvSpPr>
          <p:nvPr>
            <p:ph type="body" idx="4294967295"/>
          </p:nvPr>
        </p:nvSpPr>
        <p:spPr>
          <a:xfrm>
            <a:off x="119683" y="1401215"/>
            <a:ext cx="2923800" cy="52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MX" sz="1600" dirty="0">
                <a:solidFill>
                  <a:schemeClr val="dk2"/>
                </a:solidFill>
              </a:rPr>
              <a:t>.</a:t>
            </a:r>
            <a:endParaRPr sz="1600" dirty="0">
              <a:solidFill>
                <a:schemeClr val="dk2"/>
              </a:solidFill>
            </a:endParaRPr>
          </a:p>
        </p:txBody>
      </p:sp>
      <p:sp>
        <p:nvSpPr>
          <p:cNvPr id="3882" name="Google Shape;3882;p92"/>
          <p:cNvSpPr txBox="1">
            <a:spLocks noGrp="1"/>
          </p:cNvSpPr>
          <p:nvPr>
            <p:ph type="body" idx="4294967295"/>
          </p:nvPr>
        </p:nvSpPr>
        <p:spPr>
          <a:xfrm>
            <a:off x="119683" y="1440359"/>
            <a:ext cx="2923800" cy="52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t>.</a:t>
            </a:r>
            <a:endParaRPr sz="1600" dirty="0">
              <a:solidFill>
                <a:schemeClr val="dk2"/>
              </a:solidFill>
            </a:endParaRPr>
          </a:p>
        </p:txBody>
      </p:sp>
      <p:sp>
        <p:nvSpPr>
          <p:cNvPr id="3883" name="Google Shape;3883;p92"/>
          <p:cNvSpPr txBox="1"/>
          <p:nvPr/>
        </p:nvSpPr>
        <p:spPr>
          <a:xfrm>
            <a:off x="0" y="1524771"/>
            <a:ext cx="2858700" cy="4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accent2"/>
                </a:solidFill>
                <a:latin typeface="Krona One"/>
                <a:ea typeface="Krona One"/>
                <a:cs typeface="Krona One"/>
                <a:sym typeface="Krona One"/>
              </a:rPr>
              <a:t>.</a:t>
            </a:r>
            <a:endParaRPr sz="1600" dirty="0">
              <a:solidFill>
                <a:schemeClr val="accent2"/>
              </a:solidFill>
              <a:latin typeface="Krona One"/>
              <a:ea typeface="Krona One"/>
              <a:cs typeface="Krona One"/>
              <a:sym typeface="Krona One"/>
            </a:endParaRPr>
          </a:p>
        </p:txBody>
      </p:sp>
      <p:sp>
        <p:nvSpPr>
          <p:cNvPr id="3885" name="Google Shape;3885;p92"/>
          <p:cNvSpPr txBox="1"/>
          <p:nvPr/>
        </p:nvSpPr>
        <p:spPr>
          <a:xfrm>
            <a:off x="219546" y="1641952"/>
            <a:ext cx="2858700" cy="4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accent2"/>
                </a:solidFill>
                <a:latin typeface="Krona One"/>
                <a:ea typeface="Krona One"/>
                <a:cs typeface="Krona One"/>
                <a:sym typeface="Krona One"/>
              </a:rPr>
              <a:t>.</a:t>
            </a:r>
            <a:endParaRPr sz="1600" dirty="0">
              <a:solidFill>
                <a:schemeClr val="accent2"/>
              </a:solidFill>
              <a:latin typeface="Krona One"/>
              <a:ea typeface="Krona One"/>
              <a:cs typeface="Krona One"/>
              <a:sym typeface="Krona One"/>
            </a:endParaRPr>
          </a:p>
        </p:txBody>
      </p:sp>
      <p:sp>
        <p:nvSpPr>
          <p:cNvPr id="3889" name="Google Shape;3889;p92"/>
          <p:cNvSpPr txBox="1"/>
          <p:nvPr/>
        </p:nvSpPr>
        <p:spPr>
          <a:xfrm>
            <a:off x="6657513" y="2156975"/>
            <a:ext cx="675000" cy="49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accent6"/>
                </a:solidFill>
                <a:latin typeface="Krona One"/>
                <a:ea typeface="Krona One"/>
                <a:cs typeface="Krona One"/>
                <a:sym typeface="Krona One"/>
              </a:rPr>
              <a:t>31%</a:t>
            </a:r>
            <a:endParaRPr sz="1300">
              <a:solidFill>
                <a:schemeClr val="accent6"/>
              </a:solidFill>
              <a:latin typeface="Krona One"/>
              <a:ea typeface="Krona One"/>
              <a:cs typeface="Krona One"/>
              <a:sym typeface="Krona One"/>
            </a:endParaRPr>
          </a:p>
        </p:txBody>
      </p:sp>
      <p:sp>
        <p:nvSpPr>
          <p:cNvPr id="3890" name="Google Shape;3890;p92"/>
          <p:cNvSpPr txBox="1"/>
          <p:nvPr/>
        </p:nvSpPr>
        <p:spPr>
          <a:xfrm>
            <a:off x="5912988" y="1791150"/>
            <a:ext cx="675000" cy="49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dirty="0">
              <a:solidFill>
                <a:schemeClr val="accent6"/>
              </a:solidFill>
              <a:latin typeface="Krona One"/>
              <a:ea typeface="Krona One"/>
              <a:cs typeface="Krona One"/>
              <a:sym typeface="Krona One"/>
            </a:endParaRPr>
          </a:p>
        </p:txBody>
      </p:sp>
      <p:sp>
        <p:nvSpPr>
          <p:cNvPr id="3891" name="Google Shape;3891;p92"/>
          <p:cNvSpPr txBox="1"/>
          <p:nvPr/>
        </p:nvSpPr>
        <p:spPr>
          <a:xfrm>
            <a:off x="5912988" y="2794375"/>
            <a:ext cx="675000" cy="49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accent6"/>
                </a:solidFill>
                <a:latin typeface="Krona One"/>
                <a:ea typeface="Krona One"/>
                <a:cs typeface="Krona One"/>
                <a:sym typeface="Krona One"/>
              </a:rPr>
              <a:t>57%</a:t>
            </a:r>
            <a:endParaRPr sz="1300">
              <a:solidFill>
                <a:schemeClr val="accent6"/>
              </a:solidFill>
              <a:latin typeface="Krona One"/>
              <a:ea typeface="Krona One"/>
              <a:cs typeface="Krona One"/>
              <a:sym typeface="Krona One"/>
            </a:endParaRPr>
          </a:p>
        </p:txBody>
      </p:sp>
      <p:sp>
        <p:nvSpPr>
          <p:cNvPr id="3892" name="Google Shape;3892;p92"/>
          <p:cNvSpPr txBox="1"/>
          <p:nvPr/>
        </p:nvSpPr>
        <p:spPr>
          <a:xfrm>
            <a:off x="-1275575" y="1409240"/>
            <a:ext cx="3217200" cy="59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solidFill>
                  <a:schemeClr val="dk2"/>
                </a:solidFill>
                <a:latin typeface="Exo"/>
                <a:ea typeface="Exo"/>
                <a:cs typeface="Exo"/>
                <a:sym typeface="Exo"/>
              </a:rPr>
              <a:t>.</a:t>
            </a:r>
            <a:endParaRPr sz="1200" b="1" dirty="0">
              <a:solidFill>
                <a:schemeClr val="dk2"/>
              </a:solidFill>
              <a:latin typeface="Exo"/>
              <a:ea typeface="Exo"/>
              <a:cs typeface="Exo"/>
              <a:sym typeface="Exo"/>
            </a:endParaRPr>
          </a:p>
        </p:txBody>
      </p:sp>
    </p:spTree>
  </p:cSld>
  <p:clrMapOvr>
    <a:masterClrMapping/>
  </p:clrMapOvr>
</p:sld>
</file>

<file path=ppt/theme/theme1.xml><?xml version="1.0" encoding="utf-8"?>
<a:theme xmlns:a="http://schemas.openxmlformats.org/drawingml/2006/main" name="Muted Color Palette Social Media XL by Slidesgo">
  <a:themeElements>
    <a:clrScheme name="Simple Light">
      <a:dk1>
        <a:srgbClr val="000000"/>
      </a:dk1>
      <a:lt1>
        <a:srgbClr val="FFFFFF"/>
      </a:lt1>
      <a:dk2>
        <a:srgbClr val="494949"/>
      </a:dk2>
      <a:lt2>
        <a:srgbClr val="EEEEEE"/>
      </a:lt2>
      <a:accent1>
        <a:srgbClr val="954E2B"/>
      </a:accent1>
      <a:accent2>
        <a:srgbClr val="687986"/>
      </a:accent2>
      <a:accent3>
        <a:srgbClr val="B6A173"/>
      </a:accent3>
      <a:accent4>
        <a:srgbClr val="E0DEBD"/>
      </a:accent4>
      <a:accent5>
        <a:srgbClr val="CECEB9"/>
      </a:accent5>
      <a:accent6>
        <a:srgbClr val="F3EBDE"/>
      </a:accent6>
      <a:hlink>
        <a:srgbClr val="6879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1654</Words>
  <Application>Microsoft Office PowerPoint</Application>
  <PresentationFormat>Presentación en pantalla (16:9)</PresentationFormat>
  <Paragraphs>75</Paragraphs>
  <Slides>13</Slides>
  <Notes>12</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13</vt:i4>
      </vt:variant>
    </vt:vector>
  </HeadingPairs>
  <TitlesOfParts>
    <vt:vector size="25" baseType="lpstr">
      <vt:lpstr>Squada One</vt:lpstr>
      <vt:lpstr>Arial Narrow</vt:lpstr>
      <vt:lpstr>Calibri Light</vt:lpstr>
      <vt:lpstr>Symbol</vt:lpstr>
      <vt:lpstr>Spartan</vt:lpstr>
      <vt:lpstr>Exo</vt:lpstr>
      <vt:lpstr>Monotype Corsiva</vt:lpstr>
      <vt:lpstr>Roboto</vt:lpstr>
      <vt:lpstr>Arial</vt:lpstr>
      <vt:lpstr>Roboto Condensed Light</vt:lpstr>
      <vt:lpstr>Krona One</vt:lpstr>
      <vt:lpstr>Muted Color Palette Social Media XL by Slidesgo</vt:lpstr>
      <vt:lpstr>PAGINA WEB PARA LA PROMOCION Y COMERCIALIZACION DE MUEBLES DE MELAMINA DEL ESTUDIO MOBILIARIO TOMATI</vt:lpstr>
      <vt:lpstr>Presentación de PowerPoint</vt:lpstr>
      <vt:lpstr>“El éxito depende de la innovación, la perseverancia y la capacidad de transformar las ideas en oportunidades” </vt:lpstr>
      <vt:lpstr>CAPITULO I : ASPECTOS GENERALES Y METODOLOGICOS</vt:lpstr>
      <vt:lpstr>.</vt:lpstr>
      <vt:lpstr>Desarrollar una página web para la promoción y comercialización de muebles de melamina del estudio mobiliario TOMATI, que permita mostrar sus productos y trabajos, facilitar el contacto con los clientes, recibir pedidos y fortalecer su presencia en internet. </vt:lpstr>
      <vt:lpstr>OBJETIVOS ESPECIFICOS </vt:lpstr>
      <vt:lpstr>,</vt:lpstr>
      <vt:lpstr>CAPITULO II : MARCO METODOLOGICO CONCEPTUAL</vt:lpstr>
      <vt:lpstr>,</vt:lpstr>
      <vt:lpstr>,</vt:lpstr>
      <vt:lpstr>CAPITULO III : PROPUESTAS DE SOLUCION AL PROBLEMA</vt:lpstr>
      <vt:lpstr>MUCHAS GRACIAS POR SU ATENCION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PAGINA WEB PARA LA PROMOCION Y COMERCIALIZACION DE MUEBLES DE MELAMINA DEL ESTUDIO MOBILIARIO TOMATI</dc:title>
  <dc:creator>DELL</dc:creator>
  <cp:lastModifiedBy>DELL</cp:lastModifiedBy>
  <cp:revision>4</cp:revision>
  <dcterms:modified xsi:type="dcterms:W3CDTF">2026-10-15T02:06:46Z</dcterms:modified>
</cp:coreProperties>
</file>